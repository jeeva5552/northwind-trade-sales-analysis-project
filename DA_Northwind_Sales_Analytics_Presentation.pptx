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72" r:id="rId9"/>
    <p:sldId id="273" r:id="rId10"/>
    <p:sldId id="274" r:id="rId11"/>
    <p:sldId id="275" r:id="rId12"/>
    <p:sldId id="261" r:id="rId13"/>
    <p:sldId id="262" r:id="rId14"/>
    <p:sldId id="263" r:id="rId15"/>
    <p:sldId id="27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90092A-4749-4F6A-88CF-ADF744DE31E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3B504B2-C81F-4AF3-9E1E-50D75EA111DA}">
      <dgm:prSet/>
      <dgm:spPr/>
      <dgm:t>
        <a:bodyPr/>
        <a:lstStyle/>
        <a:p>
          <a:pPr>
            <a:defRPr cap="all"/>
          </a:pPr>
          <a:r>
            <a:rPr lang="en-US"/>
            <a:t>- Data cleaning, transformation, and EDA performed in Excel</a:t>
          </a:r>
          <a:r>
            <a:rPr lang="en-IN"/>
            <a:t> &amp; SQL</a:t>
          </a:r>
          <a:endParaRPr lang="en-US"/>
        </a:p>
      </dgm:t>
    </dgm:pt>
    <dgm:pt modelId="{5FA492DD-A46B-4EAA-99E6-76D3820A4D6B}" type="parTrans" cxnId="{39AEE495-E9D4-459C-BE6C-A1BB79F6B0FA}">
      <dgm:prSet/>
      <dgm:spPr/>
      <dgm:t>
        <a:bodyPr/>
        <a:lstStyle/>
        <a:p>
          <a:endParaRPr lang="en-US"/>
        </a:p>
      </dgm:t>
    </dgm:pt>
    <dgm:pt modelId="{3EDB7183-341F-413E-B73E-CED9FBEAAFCE}" type="sibTrans" cxnId="{39AEE495-E9D4-459C-BE6C-A1BB79F6B0FA}">
      <dgm:prSet/>
      <dgm:spPr/>
      <dgm:t>
        <a:bodyPr/>
        <a:lstStyle/>
        <a:p>
          <a:endParaRPr lang="en-US"/>
        </a:p>
      </dgm:t>
    </dgm:pt>
    <dgm:pt modelId="{AC18BA02-DCCF-441C-8CB6-8B1E6313A76B}">
      <dgm:prSet/>
      <dgm:spPr/>
      <dgm:t>
        <a:bodyPr/>
        <a:lstStyle/>
        <a:p>
          <a:pPr>
            <a:defRPr cap="all"/>
          </a:pPr>
          <a:r>
            <a:rPr lang="en-US"/>
            <a:t>- Interactive dashboards created in Power BI</a:t>
          </a:r>
        </a:p>
      </dgm:t>
    </dgm:pt>
    <dgm:pt modelId="{1F325D20-C616-4C9E-99A7-7A521F5AC6EB}" type="parTrans" cxnId="{ABD1B765-5F66-4247-9A80-D47C636396A4}">
      <dgm:prSet/>
      <dgm:spPr/>
      <dgm:t>
        <a:bodyPr/>
        <a:lstStyle/>
        <a:p>
          <a:endParaRPr lang="en-US"/>
        </a:p>
      </dgm:t>
    </dgm:pt>
    <dgm:pt modelId="{4F327C3F-D53F-4BFF-BD5A-E5F9FF01DEEB}" type="sibTrans" cxnId="{ABD1B765-5F66-4247-9A80-D47C636396A4}">
      <dgm:prSet/>
      <dgm:spPr/>
      <dgm:t>
        <a:bodyPr/>
        <a:lstStyle/>
        <a:p>
          <a:endParaRPr lang="en-US"/>
        </a:p>
      </dgm:t>
    </dgm:pt>
    <dgm:pt modelId="{5F05C952-0A76-4405-8CB0-85589390E84D}">
      <dgm:prSet/>
      <dgm:spPr/>
      <dgm:t>
        <a:bodyPr/>
        <a:lstStyle/>
        <a:p>
          <a:pPr>
            <a:defRPr cap="all"/>
          </a:pPr>
          <a:r>
            <a:rPr lang="en-US"/>
            <a:t>- Insights generated across Customers, Products, Employees, and Suppliers</a:t>
          </a:r>
        </a:p>
      </dgm:t>
    </dgm:pt>
    <dgm:pt modelId="{F3B0CB94-368F-4803-8148-72EC61109E2A}" type="parTrans" cxnId="{88A19C1F-D6A6-477A-8006-0978B55B4B05}">
      <dgm:prSet/>
      <dgm:spPr/>
      <dgm:t>
        <a:bodyPr/>
        <a:lstStyle/>
        <a:p>
          <a:endParaRPr lang="en-US"/>
        </a:p>
      </dgm:t>
    </dgm:pt>
    <dgm:pt modelId="{63119150-A440-4786-B308-551951059CD3}" type="sibTrans" cxnId="{88A19C1F-D6A6-477A-8006-0978B55B4B05}">
      <dgm:prSet/>
      <dgm:spPr/>
      <dgm:t>
        <a:bodyPr/>
        <a:lstStyle/>
        <a:p>
          <a:endParaRPr lang="en-US"/>
        </a:p>
      </dgm:t>
    </dgm:pt>
    <dgm:pt modelId="{FED5A955-2DD5-47D8-B960-7F13670B4ACB}" type="pres">
      <dgm:prSet presAssocID="{8D90092A-4749-4F6A-88CF-ADF744DE31E3}" presName="root" presStyleCnt="0">
        <dgm:presLayoutVars>
          <dgm:dir/>
          <dgm:resizeHandles val="exact"/>
        </dgm:presLayoutVars>
      </dgm:prSet>
      <dgm:spPr/>
    </dgm:pt>
    <dgm:pt modelId="{D968E797-D3F9-404D-9ACB-15390B6100E0}" type="pres">
      <dgm:prSet presAssocID="{13B504B2-C81F-4AF3-9E1E-50D75EA111DA}" presName="compNode" presStyleCnt="0"/>
      <dgm:spPr/>
    </dgm:pt>
    <dgm:pt modelId="{6210655C-C482-43EE-9001-12523A73899A}" type="pres">
      <dgm:prSet presAssocID="{13B504B2-C81F-4AF3-9E1E-50D75EA111DA}" presName="iconBgRect" presStyleLbl="bgShp" presStyleIdx="0" presStyleCnt="3"/>
      <dgm:spPr/>
    </dgm:pt>
    <dgm:pt modelId="{CF7B6D06-B054-4308-980D-316E6F16866B}" type="pres">
      <dgm:prSet presAssocID="{13B504B2-C81F-4AF3-9E1E-50D75EA111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F5502D5-9150-48CD-8BC0-3E9EBE2AD187}" type="pres">
      <dgm:prSet presAssocID="{13B504B2-C81F-4AF3-9E1E-50D75EA111DA}" presName="spaceRect" presStyleCnt="0"/>
      <dgm:spPr/>
    </dgm:pt>
    <dgm:pt modelId="{8125C455-3091-4F3B-95BE-5A72C246E955}" type="pres">
      <dgm:prSet presAssocID="{13B504B2-C81F-4AF3-9E1E-50D75EA111DA}" presName="textRect" presStyleLbl="revTx" presStyleIdx="0" presStyleCnt="3">
        <dgm:presLayoutVars>
          <dgm:chMax val="1"/>
          <dgm:chPref val="1"/>
        </dgm:presLayoutVars>
      </dgm:prSet>
      <dgm:spPr/>
    </dgm:pt>
    <dgm:pt modelId="{8FB2847C-C6D1-4F84-B15A-1CACEE5C2F88}" type="pres">
      <dgm:prSet presAssocID="{3EDB7183-341F-413E-B73E-CED9FBEAAFCE}" presName="sibTrans" presStyleCnt="0"/>
      <dgm:spPr/>
    </dgm:pt>
    <dgm:pt modelId="{D9EB1313-E6E6-4F41-B590-6A2C22B3107B}" type="pres">
      <dgm:prSet presAssocID="{AC18BA02-DCCF-441C-8CB6-8B1E6313A76B}" presName="compNode" presStyleCnt="0"/>
      <dgm:spPr/>
    </dgm:pt>
    <dgm:pt modelId="{94EE953F-B6D0-4121-ADF0-8633D0F56781}" type="pres">
      <dgm:prSet presAssocID="{AC18BA02-DCCF-441C-8CB6-8B1E6313A76B}" presName="iconBgRect" presStyleLbl="bgShp" presStyleIdx="1" presStyleCnt="3"/>
      <dgm:spPr/>
    </dgm:pt>
    <dgm:pt modelId="{7C46841A-52BD-47A1-8A65-264E8A8903F0}" type="pres">
      <dgm:prSet presAssocID="{AC18BA02-DCCF-441C-8CB6-8B1E6313A7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FD1BFA6-7F3F-4E99-878B-5B51325ABDAC}" type="pres">
      <dgm:prSet presAssocID="{AC18BA02-DCCF-441C-8CB6-8B1E6313A76B}" presName="spaceRect" presStyleCnt="0"/>
      <dgm:spPr/>
    </dgm:pt>
    <dgm:pt modelId="{DE35AF02-6D77-4A27-84E6-350DADD67440}" type="pres">
      <dgm:prSet presAssocID="{AC18BA02-DCCF-441C-8CB6-8B1E6313A76B}" presName="textRect" presStyleLbl="revTx" presStyleIdx="1" presStyleCnt="3">
        <dgm:presLayoutVars>
          <dgm:chMax val="1"/>
          <dgm:chPref val="1"/>
        </dgm:presLayoutVars>
      </dgm:prSet>
      <dgm:spPr/>
    </dgm:pt>
    <dgm:pt modelId="{594E173B-1041-43D6-986C-C5579CD25E45}" type="pres">
      <dgm:prSet presAssocID="{4F327C3F-D53F-4BFF-BD5A-E5F9FF01DEEB}" presName="sibTrans" presStyleCnt="0"/>
      <dgm:spPr/>
    </dgm:pt>
    <dgm:pt modelId="{16833530-B944-4A12-B986-DCB7FA7A65CD}" type="pres">
      <dgm:prSet presAssocID="{5F05C952-0A76-4405-8CB0-85589390E84D}" presName="compNode" presStyleCnt="0"/>
      <dgm:spPr/>
    </dgm:pt>
    <dgm:pt modelId="{B6FFAEAB-060A-4D65-978C-239D0A2FE600}" type="pres">
      <dgm:prSet presAssocID="{5F05C952-0A76-4405-8CB0-85589390E84D}" presName="iconBgRect" presStyleLbl="bgShp" presStyleIdx="2" presStyleCnt="3"/>
      <dgm:spPr/>
    </dgm:pt>
    <dgm:pt modelId="{218D8D79-9844-462B-BB8E-B53783D2B6F7}" type="pres">
      <dgm:prSet presAssocID="{5F05C952-0A76-4405-8CB0-85589390E8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67600E07-7D4E-46B8-95C3-6E776FE89A6B}" type="pres">
      <dgm:prSet presAssocID="{5F05C952-0A76-4405-8CB0-85589390E84D}" presName="spaceRect" presStyleCnt="0"/>
      <dgm:spPr/>
    </dgm:pt>
    <dgm:pt modelId="{FD8681AE-1A1C-4CDE-9F3E-61A8247FE0B0}" type="pres">
      <dgm:prSet presAssocID="{5F05C952-0A76-4405-8CB0-85589390E84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8A19C1F-D6A6-477A-8006-0978B55B4B05}" srcId="{8D90092A-4749-4F6A-88CF-ADF744DE31E3}" destId="{5F05C952-0A76-4405-8CB0-85589390E84D}" srcOrd="2" destOrd="0" parTransId="{F3B0CB94-368F-4803-8148-72EC61109E2A}" sibTransId="{63119150-A440-4786-B308-551951059CD3}"/>
    <dgm:cxn modelId="{E5319F36-E6AF-4B2D-8E96-1A6E5CE5E6AC}" type="presOf" srcId="{8D90092A-4749-4F6A-88CF-ADF744DE31E3}" destId="{FED5A955-2DD5-47D8-B960-7F13670B4ACB}" srcOrd="0" destOrd="0" presId="urn:microsoft.com/office/officeart/2018/5/layout/IconCircleLabelList"/>
    <dgm:cxn modelId="{ABD1B765-5F66-4247-9A80-D47C636396A4}" srcId="{8D90092A-4749-4F6A-88CF-ADF744DE31E3}" destId="{AC18BA02-DCCF-441C-8CB6-8B1E6313A76B}" srcOrd="1" destOrd="0" parTransId="{1F325D20-C616-4C9E-99A7-7A521F5AC6EB}" sibTransId="{4F327C3F-D53F-4BFF-BD5A-E5F9FF01DEEB}"/>
    <dgm:cxn modelId="{0970967E-5352-4036-8C8D-E776341B1377}" type="presOf" srcId="{13B504B2-C81F-4AF3-9E1E-50D75EA111DA}" destId="{8125C455-3091-4F3B-95BE-5A72C246E955}" srcOrd="0" destOrd="0" presId="urn:microsoft.com/office/officeart/2018/5/layout/IconCircleLabelList"/>
    <dgm:cxn modelId="{39AEE495-E9D4-459C-BE6C-A1BB79F6B0FA}" srcId="{8D90092A-4749-4F6A-88CF-ADF744DE31E3}" destId="{13B504B2-C81F-4AF3-9E1E-50D75EA111DA}" srcOrd="0" destOrd="0" parTransId="{5FA492DD-A46B-4EAA-99E6-76D3820A4D6B}" sibTransId="{3EDB7183-341F-413E-B73E-CED9FBEAAFCE}"/>
    <dgm:cxn modelId="{84F0EEC5-B3FA-4483-826F-A461CAA7DC01}" type="presOf" srcId="{5F05C952-0A76-4405-8CB0-85589390E84D}" destId="{FD8681AE-1A1C-4CDE-9F3E-61A8247FE0B0}" srcOrd="0" destOrd="0" presId="urn:microsoft.com/office/officeart/2018/5/layout/IconCircleLabelList"/>
    <dgm:cxn modelId="{962BB8F5-879A-4B39-926F-E4B6830AE815}" type="presOf" srcId="{AC18BA02-DCCF-441C-8CB6-8B1E6313A76B}" destId="{DE35AF02-6D77-4A27-84E6-350DADD67440}" srcOrd="0" destOrd="0" presId="urn:microsoft.com/office/officeart/2018/5/layout/IconCircleLabelList"/>
    <dgm:cxn modelId="{F6409EE6-16B3-4678-8254-B2AE303EFF10}" type="presParOf" srcId="{FED5A955-2DD5-47D8-B960-7F13670B4ACB}" destId="{D968E797-D3F9-404D-9ACB-15390B6100E0}" srcOrd="0" destOrd="0" presId="urn:microsoft.com/office/officeart/2018/5/layout/IconCircleLabelList"/>
    <dgm:cxn modelId="{F7B8C2B1-D856-478F-A4AF-6387A7C172E2}" type="presParOf" srcId="{D968E797-D3F9-404D-9ACB-15390B6100E0}" destId="{6210655C-C482-43EE-9001-12523A73899A}" srcOrd="0" destOrd="0" presId="urn:microsoft.com/office/officeart/2018/5/layout/IconCircleLabelList"/>
    <dgm:cxn modelId="{4B265D72-B137-4638-A40C-A9883E67F49B}" type="presParOf" srcId="{D968E797-D3F9-404D-9ACB-15390B6100E0}" destId="{CF7B6D06-B054-4308-980D-316E6F16866B}" srcOrd="1" destOrd="0" presId="urn:microsoft.com/office/officeart/2018/5/layout/IconCircleLabelList"/>
    <dgm:cxn modelId="{E37861B1-0A41-4987-BBB6-9FCC46F5561C}" type="presParOf" srcId="{D968E797-D3F9-404D-9ACB-15390B6100E0}" destId="{AF5502D5-9150-48CD-8BC0-3E9EBE2AD187}" srcOrd="2" destOrd="0" presId="urn:microsoft.com/office/officeart/2018/5/layout/IconCircleLabelList"/>
    <dgm:cxn modelId="{69E1500A-0C7F-4CA3-9432-E711A69FD79B}" type="presParOf" srcId="{D968E797-D3F9-404D-9ACB-15390B6100E0}" destId="{8125C455-3091-4F3B-95BE-5A72C246E955}" srcOrd="3" destOrd="0" presId="urn:microsoft.com/office/officeart/2018/5/layout/IconCircleLabelList"/>
    <dgm:cxn modelId="{C7BB3891-B4B8-4520-B8AB-640E549F31E9}" type="presParOf" srcId="{FED5A955-2DD5-47D8-B960-7F13670B4ACB}" destId="{8FB2847C-C6D1-4F84-B15A-1CACEE5C2F88}" srcOrd="1" destOrd="0" presId="urn:microsoft.com/office/officeart/2018/5/layout/IconCircleLabelList"/>
    <dgm:cxn modelId="{AA10111B-2D1D-4A73-9D33-4F75C7EFB76C}" type="presParOf" srcId="{FED5A955-2DD5-47D8-B960-7F13670B4ACB}" destId="{D9EB1313-E6E6-4F41-B590-6A2C22B3107B}" srcOrd="2" destOrd="0" presId="urn:microsoft.com/office/officeart/2018/5/layout/IconCircleLabelList"/>
    <dgm:cxn modelId="{41931874-80BF-4334-835F-5B2D5225BFFE}" type="presParOf" srcId="{D9EB1313-E6E6-4F41-B590-6A2C22B3107B}" destId="{94EE953F-B6D0-4121-ADF0-8633D0F56781}" srcOrd="0" destOrd="0" presId="urn:microsoft.com/office/officeart/2018/5/layout/IconCircleLabelList"/>
    <dgm:cxn modelId="{FD6F60C4-273E-478B-9600-9A51819BA332}" type="presParOf" srcId="{D9EB1313-E6E6-4F41-B590-6A2C22B3107B}" destId="{7C46841A-52BD-47A1-8A65-264E8A8903F0}" srcOrd="1" destOrd="0" presId="urn:microsoft.com/office/officeart/2018/5/layout/IconCircleLabelList"/>
    <dgm:cxn modelId="{774A2C67-C18A-495C-AC7D-FE85F5E6F40D}" type="presParOf" srcId="{D9EB1313-E6E6-4F41-B590-6A2C22B3107B}" destId="{DFD1BFA6-7F3F-4E99-878B-5B51325ABDAC}" srcOrd="2" destOrd="0" presId="urn:microsoft.com/office/officeart/2018/5/layout/IconCircleLabelList"/>
    <dgm:cxn modelId="{1E1DF59C-83FD-4C86-BD03-71B6C150C935}" type="presParOf" srcId="{D9EB1313-E6E6-4F41-B590-6A2C22B3107B}" destId="{DE35AF02-6D77-4A27-84E6-350DADD67440}" srcOrd="3" destOrd="0" presId="urn:microsoft.com/office/officeart/2018/5/layout/IconCircleLabelList"/>
    <dgm:cxn modelId="{693ED36E-1E6B-42AA-A0F8-FAC790E81EDF}" type="presParOf" srcId="{FED5A955-2DD5-47D8-B960-7F13670B4ACB}" destId="{594E173B-1041-43D6-986C-C5579CD25E45}" srcOrd="3" destOrd="0" presId="urn:microsoft.com/office/officeart/2018/5/layout/IconCircleLabelList"/>
    <dgm:cxn modelId="{AC5EED51-FD8B-44F4-BD3D-EE14B2D1EF7A}" type="presParOf" srcId="{FED5A955-2DD5-47D8-B960-7F13670B4ACB}" destId="{16833530-B944-4A12-B986-DCB7FA7A65CD}" srcOrd="4" destOrd="0" presId="urn:microsoft.com/office/officeart/2018/5/layout/IconCircleLabelList"/>
    <dgm:cxn modelId="{EB9A5DA5-4050-4BC3-9180-5FFADDC1320D}" type="presParOf" srcId="{16833530-B944-4A12-B986-DCB7FA7A65CD}" destId="{B6FFAEAB-060A-4D65-978C-239D0A2FE600}" srcOrd="0" destOrd="0" presId="urn:microsoft.com/office/officeart/2018/5/layout/IconCircleLabelList"/>
    <dgm:cxn modelId="{5EA2AA35-EC9A-4DE2-A367-0940C44EE32F}" type="presParOf" srcId="{16833530-B944-4A12-B986-DCB7FA7A65CD}" destId="{218D8D79-9844-462B-BB8E-B53783D2B6F7}" srcOrd="1" destOrd="0" presId="urn:microsoft.com/office/officeart/2018/5/layout/IconCircleLabelList"/>
    <dgm:cxn modelId="{5E69B3CC-5B03-45D7-BCDC-85815117571D}" type="presParOf" srcId="{16833530-B944-4A12-B986-DCB7FA7A65CD}" destId="{67600E07-7D4E-46B8-95C3-6E776FE89A6B}" srcOrd="2" destOrd="0" presId="urn:microsoft.com/office/officeart/2018/5/layout/IconCircleLabelList"/>
    <dgm:cxn modelId="{DB4583F8-0839-4247-BCB7-5C7776E2D932}" type="presParOf" srcId="{16833530-B944-4A12-B986-DCB7FA7A65CD}" destId="{FD8681AE-1A1C-4CDE-9F3E-61A8247FE0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16C755-AB5E-4311-B447-CCFADC55F80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09A2D09-24B9-4C80-B155-A6D59CC9CBCE}">
      <dgm:prSet/>
      <dgm:spPr/>
      <dgm:t>
        <a:bodyPr/>
        <a:lstStyle/>
        <a:p>
          <a:r>
            <a:rPr lang="en-US"/>
            <a:t>- Avg. orders per customer calculated</a:t>
          </a:r>
        </a:p>
      </dgm:t>
    </dgm:pt>
    <dgm:pt modelId="{6B354B17-E78B-4107-AC86-BB0404E4D21B}" type="parTrans" cxnId="{F3BA2DA6-BDC0-4DE2-B488-C72710FFF992}">
      <dgm:prSet/>
      <dgm:spPr/>
      <dgm:t>
        <a:bodyPr/>
        <a:lstStyle/>
        <a:p>
          <a:endParaRPr lang="en-US"/>
        </a:p>
      </dgm:t>
    </dgm:pt>
    <dgm:pt modelId="{9760B3D3-2574-4614-96AC-052B6CB68380}" type="sibTrans" cxnId="{F3BA2DA6-BDC0-4DE2-B488-C72710FFF992}">
      <dgm:prSet/>
      <dgm:spPr/>
      <dgm:t>
        <a:bodyPr/>
        <a:lstStyle/>
        <a:p>
          <a:endParaRPr lang="en-US"/>
        </a:p>
      </dgm:t>
    </dgm:pt>
    <dgm:pt modelId="{C4F3A6AA-5450-4D4D-8458-B1425465FE38}">
      <dgm:prSet/>
      <dgm:spPr/>
      <dgm:t>
        <a:bodyPr/>
        <a:lstStyle/>
        <a:p>
          <a:r>
            <a:rPr lang="en-US"/>
            <a:t>- High-value repeat customers identified</a:t>
          </a:r>
        </a:p>
      </dgm:t>
    </dgm:pt>
    <dgm:pt modelId="{5AFC7057-D439-499E-8007-5E91E3A3DFB1}" type="parTrans" cxnId="{9629B77A-3BDC-4FE2-8EE6-8499FFCAFCEE}">
      <dgm:prSet/>
      <dgm:spPr/>
      <dgm:t>
        <a:bodyPr/>
        <a:lstStyle/>
        <a:p>
          <a:endParaRPr lang="en-US"/>
        </a:p>
      </dgm:t>
    </dgm:pt>
    <dgm:pt modelId="{2ECF9248-7EAD-4D5E-9F02-B324EE65640A}" type="sibTrans" cxnId="{9629B77A-3BDC-4FE2-8EE6-8499FFCAFCEE}">
      <dgm:prSet/>
      <dgm:spPr/>
      <dgm:t>
        <a:bodyPr/>
        <a:lstStyle/>
        <a:p>
          <a:endParaRPr lang="en-US"/>
        </a:p>
      </dgm:t>
    </dgm:pt>
    <dgm:pt modelId="{6829AC74-894C-4222-96D4-5F998AB3B20E}">
      <dgm:prSet/>
      <dgm:spPr/>
      <dgm:t>
        <a:bodyPr/>
        <a:lstStyle/>
        <a:p>
          <a:r>
            <a:rPr lang="en-US"/>
            <a:t>- Customer order patterns analyzed by city/country</a:t>
          </a:r>
        </a:p>
      </dgm:t>
    </dgm:pt>
    <dgm:pt modelId="{0EA6C977-3AA5-40B3-A46E-070F2086BC25}" type="parTrans" cxnId="{13896E52-5ED2-4654-B1E5-12D377209A0A}">
      <dgm:prSet/>
      <dgm:spPr/>
      <dgm:t>
        <a:bodyPr/>
        <a:lstStyle/>
        <a:p>
          <a:endParaRPr lang="en-US"/>
        </a:p>
      </dgm:t>
    </dgm:pt>
    <dgm:pt modelId="{DE7B4F1A-B5E6-456C-8548-076D9EED8114}" type="sibTrans" cxnId="{13896E52-5ED2-4654-B1E5-12D377209A0A}">
      <dgm:prSet/>
      <dgm:spPr/>
      <dgm:t>
        <a:bodyPr/>
        <a:lstStyle/>
        <a:p>
          <a:endParaRPr lang="en-US"/>
        </a:p>
      </dgm:t>
    </dgm:pt>
    <dgm:pt modelId="{2170EB87-A4E2-4BBB-A691-46AB0AF058C9}">
      <dgm:prSet/>
      <dgm:spPr/>
      <dgm:t>
        <a:bodyPr/>
        <a:lstStyle/>
        <a:p>
          <a:r>
            <a:rPr lang="en-US"/>
            <a:t>- Product category contributions measured</a:t>
          </a:r>
        </a:p>
      </dgm:t>
    </dgm:pt>
    <dgm:pt modelId="{E27EE8A1-1FC5-44F9-B605-6A4CA23661E6}" type="parTrans" cxnId="{C3F0DFAD-BC36-4A75-ACDC-C09C96BDEBA1}">
      <dgm:prSet/>
      <dgm:spPr/>
      <dgm:t>
        <a:bodyPr/>
        <a:lstStyle/>
        <a:p>
          <a:endParaRPr lang="en-US"/>
        </a:p>
      </dgm:t>
    </dgm:pt>
    <dgm:pt modelId="{FF67368A-ABD3-4A66-82A2-EED5A83AB5C9}" type="sibTrans" cxnId="{C3F0DFAD-BC36-4A75-ACDC-C09C96BDEBA1}">
      <dgm:prSet/>
      <dgm:spPr/>
      <dgm:t>
        <a:bodyPr/>
        <a:lstStyle/>
        <a:p>
          <a:endParaRPr lang="en-US"/>
        </a:p>
      </dgm:t>
    </dgm:pt>
    <dgm:pt modelId="{1623A703-58B9-49C3-B0CB-3D587CA6859E}">
      <dgm:prSet/>
      <dgm:spPr/>
      <dgm:t>
        <a:bodyPr/>
        <a:lstStyle/>
        <a:p>
          <a:r>
            <a:rPr lang="en-US"/>
            <a:t>- Seasonal demand patterns observed</a:t>
          </a:r>
        </a:p>
      </dgm:t>
    </dgm:pt>
    <dgm:pt modelId="{00E05005-8AB9-49C3-B9EE-8CBB582FE2BB}" type="parTrans" cxnId="{BD68912F-F148-42E3-A77F-4BB918E5C61F}">
      <dgm:prSet/>
      <dgm:spPr/>
      <dgm:t>
        <a:bodyPr/>
        <a:lstStyle/>
        <a:p>
          <a:endParaRPr lang="en-US"/>
        </a:p>
      </dgm:t>
    </dgm:pt>
    <dgm:pt modelId="{B0E44059-633A-4DF2-BB7D-D21597BE17CF}" type="sibTrans" cxnId="{BD68912F-F148-42E3-A77F-4BB918E5C61F}">
      <dgm:prSet/>
      <dgm:spPr/>
      <dgm:t>
        <a:bodyPr/>
        <a:lstStyle/>
        <a:p>
          <a:endParaRPr lang="en-US"/>
        </a:p>
      </dgm:t>
    </dgm:pt>
    <dgm:pt modelId="{7C394BC6-622C-4C26-A31F-9745C6F5CE08}">
      <dgm:prSet/>
      <dgm:spPr/>
      <dgm:t>
        <a:bodyPr/>
        <a:lstStyle/>
        <a:p>
          <a:r>
            <a:rPr lang="en-US"/>
            <a:t>- Correlations between location, product category, and orders checked</a:t>
          </a:r>
        </a:p>
      </dgm:t>
    </dgm:pt>
    <dgm:pt modelId="{539148C9-B1E7-41CE-A580-6E185549B46C}" type="parTrans" cxnId="{AA6A7CA9-D2EB-4BBB-B0EF-EA10065B4481}">
      <dgm:prSet/>
      <dgm:spPr/>
      <dgm:t>
        <a:bodyPr/>
        <a:lstStyle/>
        <a:p>
          <a:endParaRPr lang="en-US"/>
        </a:p>
      </dgm:t>
    </dgm:pt>
    <dgm:pt modelId="{3A24E756-798E-4402-86DA-ECF04D4B6714}" type="sibTrans" cxnId="{AA6A7CA9-D2EB-4BBB-B0EF-EA10065B4481}">
      <dgm:prSet/>
      <dgm:spPr/>
      <dgm:t>
        <a:bodyPr/>
        <a:lstStyle/>
        <a:p>
          <a:endParaRPr lang="en-US"/>
        </a:p>
      </dgm:t>
    </dgm:pt>
    <dgm:pt modelId="{77DEFA8D-B3CC-4D25-A0C2-2A0218CD543A}" type="pres">
      <dgm:prSet presAssocID="{FD16C755-AB5E-4311-B447-CCFADC55F806}" presName="diagram" presStyleCnt="0">
        <dgm:presLayoutVars>
          <dgm:dir/>
          <dgm:resizeHandles val="exact"/>
        </dgm:presLayoutVars>
      </dgm:prSet>
      <dgm:spPr/>
    </dgm:pt>
    <dgm:pt modelId="{1F8F8EF8-6FCF-48C4-901A-C15EB4A18623}" type="pres">
      <dgm:prSet presAssocID="{D09A2D09-24B9-4C80-B155-A6D59CC9CBCE}" presName="node" presStyleLbl="node1" presStyleIdx="0" presStyleCnt="6">
        <dgm:presLayoutVars>
          <dgm:bulletEnabled val="1"/>
        </dgm:presLayoutVars>
      </dgm:prSet>
      <dgm:spPr/>
    </dgm:pt>
    <dgm:pt modelId="{8DFC4449-0D6D-4D43-906E-BD142F56E573}" type="pres">
      <dgm:prSet presAssocID="{9760B3D3-2574-4614-96AC-052B6CB68380}" presName="sibTrans" presStyleCnt="0"/>
      <dgm:spPr/>
    </dgm:pt>
    <dgm:pt modelId="{1B05C418-C85E-4DB8-B476-77AE5E74DB7E}" type="pres">
      <dgm:prSet presAssocID="{C4F3A6AA-5450-4D4D-8458-B1425465FE38}" presName="node" presStyleLbl="node1" presStyleIdx="1" presStyleCnt="6">
        <dgm:presLayoutVars>
          <dgm:bulletEnabled val="1"/>
        </dgm:presLayoutVars>
      </dgm:prSet>
      <dgm:spPr/>
    </dgm:pt>
    <dgm:pt modelId="{1146617F-1652-4EAA-A4F0-1D45C255DA6D}" type="pres">
      <dgm:prSet presAssocID="{2ECF9248-7EAD-4D5E-9F02-B324EE65640A}" presName="sibTrans" presStyleCnt="0"/>
      <dgm:spPr/>
    </dgm:pt>
    <dgm:pt modelId="{C5389C5D-1FDB-4AD4-B8B8-2309D1B847C7}" type="pres">
      <dgm:prSet presAssocID="{6829AC74-894C-4222-96D4-5F998AB3B20E}" presName="node" presStyleLbl="node1" presStyleIdx="2" presStyleCnt="6">
        <dgm:presLayoutVars>
          <dgm:bulletEnabled val="1"/>
        </dgm:presLayoutVars>
      </dgm:prSet>
      <dgm:spPr/>
    </dgm:pt>
    <dgm:pt modelId="{0C86EA05-7614-4CF9-BDBE-B4AE72932741}" type="pres">
      <dgm:prSet presAssocID="{DE7B4F1A-B5E6-456C-8548-076D9EED8114}" presName="sibTrans" presStyleCnt="0"/>
      <dgm:spPr/>
    </dgm:pt>
    <dgm:pt modelId="{BFA277D5-C83E-4739-AEEE-E465371F01ED}" type="pres">
      <dgm:prSet presAssocID="{2170EB87-A4E2-4BBB-A691-46AB0AF058C9}" presName="node" presStyleLbl="node1" presStyleIdx="3" presStyleCnt="6">
        <dgm:presLayoutVars>
          <dgm:bulletEnabled val="1"/>
        </dgm:presLayoutVars>
      </dgm:prSet>
      <dgm:spPr/>
    </dgm:pt>
    <dgm:pt modelId="{099FA45A-21E3-4BEF-9038-6FF413A8D6F5}" type="pres">
      <dgm:prSet presAssocID="{FF67368A-ABD3-4A66-82A2-EED5A83AB5C9}" presName="sibTrans" presStyleCnt="0"/>
      <dgm:spPr/>
    </dgm:pt>
    <dgm:pt modelId="{9220A8A4-F264-4EFB-9A41-51F85DD6B91F}" type="pres">
      <dgm:prSet presAssocID="{1623A703-58B9-49C3-B0CB-3D587CA6859E}" presName="node" presStyleLbl="node1" presStyleIdx="4" presStyleCnt="6">
        <dgm:presLayoutVars>
          <dgm:bulletEnabled val="1"/>
        </dgm:presLayoutVars>
      </dgm:prSet>
      <dgm:spPr/>
    </dgm:pt>
    <dgm:pt modelId="{770F177D-3C74-4B0F-AADC-560E9FEF0013}" type="pres">
      <dgm:prSet presAssocID="{B0E44059-633A-4DF2-BB7D-D21597BE17CF}" presName="sibTrans" presStyleCnt="0"/>
      <dgm:spPr/>
    </dgm:pt>
    <dgm:pt modelId="{68E8BACC-B7C2-478C-8A1D-42DAA8EE7DB9}" type="pres">
      <dgm:prSet presAssocID="{7C394BC6-622C-4C26-A31F-9745C6F5CE08}" presName="node" presStyleLbl="node1" presStyleIdx="5" presStyleCnt="6">
        <dgm:presLayoutVars>
          <dgm:bulletEnabled val="1"/>
        </dgm:presLayoutVars>
      </dgm:prSet>
      <dgm:spPr/>
    </dgm:pt>
  </dgm:ptLst>
  <dgm:cxnLst>
    <dgm:cxn modelId="{83249527-C095-4FD9-BBFE-B9BACA9037A3}" type="presOf" srcId="{1623A703-58B9-49C3-B0CB-3D587CA6859E}" destId="{9220A8A4-F264-4EFB-9A41-51F85DD6B91F}" srcOrd="0" destOrd="0" presId="urn:microsoft.com/office/officeart/2005/8/layout/default"/>
    <dgm:cxn modelId="{E777A327-5D15-4655-BA26-4BA26258B661}" type="presOf" srcId="{FD16C755-AB5E-4311-B447-CCFADC55F806}" destId="{77DEFA8D-B3CC-4D25-A0C2-2A0218CD543A}" srcOrd="0" destOrd="0" presId="urn:microsoft.com/office/officeart/2005/8/layout/default"/>
    <dgm:cxn modelId="{BD68912F-F148-42E3-A77F-4BB918E5C61F}" srcId="{FD16C755-AB5E-4311-B447-CCFADC55F806}" destId="{1623A703-58B9-49C3-B0CB-3D587CA6859E}" srcOrd="4" destOrd="0" parTransId="{00E05005-8AB9-49C3-B9EE-8CBB582FE2BB}" sibTransId="{B0E44059-633A-4DF2-BB7D-D21597BE17CF}"/>
    <dgm:cxn modelId="{68582441-2007-4E3B-9FEC-9BEF62F21F74}" type="presOf" srcId="{7C394BC6-622C-4C26-A31F-9745C6F5CE08}" destId="{68E8BACC-B7C2-478C-8A1D-42DAA8EE7DB9}" srcOrd="0" destOrd="0" presId="urn:microsoft.com/office/officeart/2005/8/layout/default"/>
    <dgm:cxn modelId="{F0063349-C3BE-45FD-909A-0BE3DE023AB6}" type="presOf" srcId="{C4F3A6AA-5450-4D4D-8458-B1425465FE38}" destId="{1B05C418-C85E-4DB8-B476-77AE5E74DB7E}" srcOrd="0" destOrd="0" presId="urn:microsoft.com/office/officeart/2005/8/layout/default"/>
    <dgm:cxn modelId="{13896E52-5ED2-4654-B1E5-12D377209A0A}" srcId="{FD16C755-AB5E-4311-B447-CCFADC55F806}" destId="{6829AC74-894C-4222-96D4-5F998AB3B20E}" srcOrd="2" destOrd="0" parTransId="{0EA6C977-3AA5-40B3-A46E-070F2086BC25}" sibTransId="{DE7B4F1A-B5E6-456C-8548-076D9EED8114}"/>
    <dgm:cxn modelId="{9629B77A-3BDC-4FE2-8EE6-8499FFCAFCEE}" srcId="{FD16C755-AB5E-4311-B447-CCFADC55F806}" destId="{C4F3A6AA-5450-4D4D-8458-B1425465FE38}" srcOrd="1" destOrd="0" parTransId="{5AFC7057-D439-499E-8007-5E91E3A3DFB1}" sibTransId="{2ECF9248-7EAD-4D5E-9F02-B324EE65640A}"/>
    <dgm:cxn modelId="{2AFD9987-3D06-4B5F-93CE-9D9F7BE04CC9}" type="presOf" srcId="{6829AC74-894C-4222-96D4-5F998AB3B20E}" destId="{C5389C5D-1FDB-4AD4-B8B8-2309D1B847C7}" srcOrd="0" destOrd="0" presId="urn:microsoft.com/office/officeart/2005/8/layout/default"/>
    <dgm:cxn modelId="{F3BA2DA6-BDC0-4DE2-B488-C72710FFF992}" srcId="{FD16C755-AB5E-4311-B447-CCFADC55F806}" destId="{D09A2D09-24B9-4C80-B155-A6D59CC9CBCE}" srcOrd="0" destOrd="0" parTransId="{6B354B17-E78B-4107-AC86-BB0404E4D21B}" sibTransId="{9760B3D3-2574-4614-96AC-052B6CB68380}"/>
    <dgm:cxn modelId="{AA6A7CA9-D2EB-4BBB-B0EF-EA10065B4481}" srcId="{FD16C755-AB5E-4311-B447-CCFADC55F806}" destId="{7C394BC6-622C-4C26-A31F-9745C6F5CE08}" srcOrd="5" destOrd="0" parTransId="{539148C9-B1E7-41CE-A580-6E185549B46C}" sibTransId="{3A24E756-798E-4402-86DA-ECF04D4B6714}"/>
    <dgm:cxn modelId="{C3F0DFAD-BC36-4A75-ACDC-C09C96BDEBA1}" srcId="{FD16C755-AB5E-4311-B447-CCFADC55F806}" destId="{2170EB87-A4E2-4BBB-A691-46AB0AF058C9}" srcOrd="3" destOrd="0" parTransId="{E27EE8A1-1FC5-44F9-B605-6A4CA23661E6}" sibTransId="{FF67368A-ABD3-4A66-82A2-EED5A83AB5C9}"/>
    <dgm:cxn modelId="{8D45A3B4-1F79-4719-9DE7-619D42F6B864}" type="presOf" srcId="{2170EB87-A4E2-4BBB-A691-46AB0AF058C9}" destId="{BFA277D5-C83E-4739-AEEE-E465371F01ED}" srcOrd="0" destOrd="0" presId="urn:microsoft.com/office/officeart/2005/8/layout/default"/>
    <dgm:cxn modelId="{A0BB91EE-51CC-4D7D-9AAB-2DDD0F14B206}" type="presOf" srcId="{D09A2D09-24B9-4C80-B155-A6D59CC9CBCE}" destId="{1F8F8EF8-6FCF-48C4-901A-C15EB4A18623}" srcOrd="0" destOrd="0" presId="urn:microsoft.com/office/officeart/2005/8/layout/default"/>
    <dgm:cxn modelId="{C1442987-08EE-4944-8BD9-208A2AC366D1}" type="presParOf" srcId="{77DEFA8D-B3CC-4D25-A0C2-2A0218CD543A}" destId="{1F8F8EF8-6FCF-48C4-901A-C15EB4A18623}" srcOrd="0" destOrd="0" presId="urn:microsoft.com/office/officeart/2005/8/layout/default"/>
    <dgm:cxn modelId="{CDF4151D-0B33-47B1-8D0A-83A656485305}" type="presParOf" srcId="{77DEFA8D-B3CC-4D25-A0C2-2A0218CD543A}" destId="{8DFC4449-0D6D-4D43-906E-BD142F56E573}" srcOrd="1" destOrd="0" presId="urn:microsoft.com/office/officeart/2005/8/layout/default"/>
    <dgm:cxn modelId="{10F906B8-BCB3-468B-8BD6-3722C6B62EA3}" type="presParOf" srcId="{77DEFA8D-B3CC-4D25-A0C2-2A0218CD543A}" destId="{1B05C418-C85E-4DB8-B476-77AE5E74DB7E}" srcOrd="2" destOrd="0" presId="urn:microsoft.com/office/officeart/2005/8/layout/default"/>
    <dgm:cxn modelId="{616A0205-B192-4E50-9C83-B7E9D7733A38}" type="presParOf" srcId="{77DEFA8D-B3CC-4D25-A0C2-2A0218CD543A}" destId="{1146617F-1652-4EAA-A4F0-1D45C255DA6D}" srcOrd="3" destOrd="0" presId="urn:microsoft.com/office/officeart/2005/8/layout/default"/>
    <dgm:cxn modelId="{AB4EE336-F4D1-4225-BED2-761F38F035FD}" type="presParOf" srcId="{77DEFA8D-B3CC-4D25-A0C2-2A0218CD543A}" destId="{C5389C5D-1FDB-4AD4-B8B8-2309D1B847C7}" srcOrd="4" destOrd="0" presId="urn:microsoft.com/office/officeart/2005/8/layout/default"/>
    <dgm:cxn modelId="{6E0341CD-E36D-4212-BA50-8D63C7203297}" type="presParOf" srcId="{77DEFA8D-B3CC-4D25-A0C2-2A0218CD543A}" destId="{0C86EA05-7614-4CF9-BDBE-B4AE72932741}" srcOrd="5" destOrd="0" presId="urn:microsoft.com/office/officeart/2005/8/layout/default"/>
    <dgm:cxn modelId="{EF75FC21-466F-4A77-8A86-BE7DC2CD7B27}" type="presParOf" srcId="{77DEFA8D-B3CC-4D25-A0C2-2A0218CD543A}" destId="{BFA277D5-C83E-4739-AEEE-E465371F01ED}" srcOrd="6" destOrd="0" presId="urn:microsoft.com/office/officeart/2005/8/layout/default"/>
    <dgm:cxn modelId="{2A778996-2F48-4187-9BFC-2B74FFE1E41D}" type="presParOf" srcId="{77DEFA8D-B3CC-4D25-A0C2-2A0218CD543A}" destId="{099FA45A-21E3-4BEF-9038-6FF413A8D6F5}" srcOrd="7" destOrd="0" presId="urn:microsoft.com/office/officeart/2005/8/layout/default"/>
    <dgm:cxn modelId="{153154B0-7C66-4722-8CA7-E5CEB1F34237}" type="presParOf" srcId="{77DEFA8D-B3CC-4D25-A0C2-2A0218CD543A}" destId="{9220A8A4-F264-4EFB-9A41-51F85DD6B91F}" srcOrd="8" destOrd="0" presId="urn:microsoft.com/office/officeart/2005/8/layout/default"/>
    <dgm:cxn modelId="{8B82F867-B802-4C57-AC19-FC3238F18A63}" type="presParOf" srcId="{77DEFA8D-B3CC-4D25-A0C2-2A0218CD543A}" destId="{770F177D-3C74-4B0F-AADC-560E9FEF0013}" srcOrd="9" destOrd="0" presId="urn:microsoft.com/office/officeart/2005/8/layout/default"/>
    <dgm:cxn modelId="{3456D401-ECFF-4AA6-BDA6-435F00D2C698}" type="presParOf" srcId="{77DEFA8D-B3CC-4D25-A0C2-2A0218CD543A}" destId="{68E8BACC-B7C2-478C-8A1D-42DAA8EE7DB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67388F-E020-4116-87C4-28C890BF527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1D93CC-EA2F-4CA9-AC89-2207B9C96018}">
      <dgm:prSet/>
      <dgm:spPr/>
      <dgm:t>
        <a:bodyPr/>
        <a:lstStyle/>
        <a:p>
          <a:r>
            <a:rPr lang="en-US"/>
            <a:t>- Total Customers</a:t>
          </a:r>
        </a:p>
      </dgm:t>
    </dgm:pt>
    <dgm:pt modelId="{283892B4-51C8-4537-8F13-A4F9C04EE439}" type="parTrans" cxnId="{76CED725-4460-4EC5-AC8E-D45943ECCD95}">
      <dgm:prSet/>
      <dgm:spPr/>
      <dgm:t>
        <a:bodyPr/>
        <a:lstStyle/>
        <a:p>
          <a:endParaRPr lang="en-US"/>
        </a:p>
      </dgm:t>
    </dgm:pt>
    <dgm:pt modelId="{7E97C8A9-F278-4D5E-8D6B-0B5D9E1FE8F9}" type="sibTrans" cxnId="{76CED725-4460-4EC5-AC8E-D45943ECCD9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40BF6C1-1E96-420F-9EEC-5D377F485749}">
      <dgm:prSet/>
      <dgm:spPr/>
      <dgm:t>
        <a:bodyPr/>
        <a:lstStyle/>
        <a:p>
          <a:r>
            <a:rPr lang="en-US"/>
            <a:t>- Total Revenue, Total Orders &amp; Total Quantity</a:t>
          </a:r>
        </a:p>
      </dgm:t>
    </dgm:pt>
    <dgm:pt modelId="{0AFD3431-F7AD-4CB0-A51E-1711A9AB6314}" type="parTrans" cxnId="{8AC595AD-5BA7-426D-A077-270E49B301F9}">
      <dgm:prSet/>
      <dgm:spPr/>
      <dgm:t>
        <a:bodyPr/>
        <a:lstStyle/>
        <a:p>
          <a:endParaRPr lang="en-US"/>
        </a:p>
      </dgm:t>
    </dgm:pt>
    <dgm:pt modelId="{6F44B233-01A5-498D-910B-F005439405A7}" type="sibTrans" cxnId="{8AC595AD-5BA7-426D-A077-270E49B301F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EDC3D9C-8727-4682-B937-5FB754B728E9}">
      <dgm:prSet/>
      <dgm:spPr/>
      <dgm:t>
        <a:bodyPr/>
        <a:lstStyle/>
        <a:p>
          <a:r>
            <a:rPr lang="en-US"/>
            <a:t>- </a:t>
          </a:r>
          <a:r>
            <a:rPr lang="en-IN"/>
            <a:t>Total Employee</a:t>
          </a:r>
          <a:endParaRPr lang="en-US"/>
        </a:p>
      </dgm:t>
    </dgm:pt>
    <dgm:pt modelId="{48B2A299-C4C6-425E-AE0F-B0B79A978C96}" type="parTrans" cxnId="{E6672F2E-3C6B-4123-85FA-438C61029C12}">
      <dgm:prSet/>
      <dgm:spPr/>
      <dgm:t>
        <a:bodyPr/>
        <a:lstStyle/>
        <a:p>
          <a:endParaRPr lang="en-US"/>
        </a:p>
      </dgm:t>
    </dgm:pt>
    <dgm:pt modelId="{BC72ADA0-69BC-45B1-8278-929B734C0C76}" type="sibTrans" cxnId="{E6672F2E-3C6B-4123-85FA-438C61029C1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E8F826D-44E2-4F2F-89E1-FD61801B8D83}">
      <dgm:prSet/>
      <dgm:spPr/>
      <dgm:t>
        <a:bodyPr/>
        <a:lstStyle/>
        <a:p>
          <a:r>
            <a:rPr lang="en-US"/>
            <a:t>- Total Sales</a:t>
          </a:r>
        </a:p>
      </dgm:t>
    </dgm:pt>
    <dgm:pt modelId="{70B92591-512E-4747-A36D-1BA99BC7A584}" type="parTrans" cxnId="{14D0F41E-1A19-457A-B665-A12F8A206371}">
      <dgm:prSet/>
      <dgm:spPr/>
      <dgm:t>
        <a:bodyPr/>
        <a:lstStyle/>
        <a:p>
          <a:endParaRPr lang="en-US"/>
        </a:p>
      </dgm:t>
    </dgm:pt>
    <dgm:pt modelId="{45326357-5841-45F9-86D9-902FEC4BC7F2}" type="sibTrans" cxnId="{14D0F41E-1A19-457A-B665-A12F8A20637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B0FBFC8-EB75-4060-8140-E3187354B3AE}" type="pres">
      <dgm:prSet presAssocID="{AA67388F-E020-4116-87C4-28C890BF527C}" presName="Name0" presStyleCnt="0">
        <dgm:presLayoutVars>
          <dgm:animLvl val="lvl"/>
          <dgm:resizeHandles val="exact"/>
        </dgm:presLayoutVars>
      </dgm:prSet>
      <dgm:spPr/>
    </dgm:pt>
    <dgm:pt modelId="{7D78BBF9-545A-4BD4-BF75-C5E5E0D0B6ED}" type="pres">
      <dgm:prSet presAssocID="{EB1D93CC-EA2F-4CA9-AC89-2207B9C96018}" presName="compositeNode" presStyleCnt="0">
        <dgm:presLayoutVars>
          <dgm:bulletEnabled val="1"/>
        </dgm:presLayoutVars>
      </dgm:prSet>
      <dgm:spPr/>
    </dgm:pt>
    <dgm:pt modelId="{662EAD17-F287-4981-9F50-C361D57D464C}" type="pres">
      <dgm:prSet presAssocID="{EB1D93CC-EA2F-4CA9-AC89-2207B9C96018}" presName="bgRect" presStyleLbl="bgAccFollowNode1" presStyleIdx="0" presStyleCnt="4"/>
      <dgm:spPr/>
    </dgm:pt>
    <dgm:pt modelId="{00263D2D-6603-4969-A088-24372289686C}" type="pres">
      <dgm:prSet presAssocID="{7E97C8A9-F278-4D5E-8D6B-0B5D9E1FE8F9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8048C34A-408D-42A7-BFCC-BAE612219732}" type="pres">
      <dgm:prSet presAssocID="{EB1D93CC-EA2F-4CA9-AC89-2207B9C96018}" presName="bottomLine" presStyleLbl="alignNode1" presStyleIdx="1" presStyleCnt="8">
        <dgm:presLayoutVars/>
      </dgm:prSet>
      <dgm:spPr/>
    </dgm:pt>
    <dgm:pt modelId="{BF0F3D78-8231-4561-9F1C-7A13892F6931}" type="pres">
      <dgm:prSet presAssocID="{EB1D93CC-EA2F-4CA9-AC89-2207B9C96018}" presName="nodeText" presStyleLbl="bgAccFollowNode1" presStyleIdx="0" presStyleCnt="4">
        <dgm:presLayoutVars>
          <dgm:bulletEnabled val="1"/>
        </dgm:presLayoutVars>
      </dgm:prSet>
      <dgm:spPr/>
    </dgm:pt>
    <dgm:pt modelId="{B41CB43B-D9A8-4427-8EF2-7F7CEAE15C26}" type="pres">
      <dgm:prSet presAssocID="{7E97C8A9-F278-4D5E-8D6B-0B5D9E1FE8F9}" presName="sibTrans" presStyleCnt="0"/>
      <dgm:spPr/>
    </dgm:pt>
    <dgm:pt modelId="{223D2785-BA04-425B-ABC4-A1E0A47B8218}" type="pres">
      <dgm:prSet presAssocID="{440BF6C1-1E96-420F-9EEC-5D377F485749}" presName="compositeNode" presStyleCnt="0">
        <dgm:presLayoutVars>
          <dgm:bulletEnabled val="1"/>
        </dgm:presLayoutVars>
      </dgm:prSet>
      <dgm:spPr/>
    </dgm:pt>
    <dgm:pt modelId="{81A1E59E-0025-4AC9-AE08-9C3029EC4E68}" type="pres">
      <dgm:prSet presAssocID="{440BF6C1-1E96-420F-9EEC-5D377F485749}" presName="bgRect" presStyleLbl="bgAccFollowNode1" presStyleIdx="1" presStyleCnt="4"/>
      <dgm:spPr/>
    </dgm:pt>
    <dgm:pt modelId="{802326BE-4D6A-4B62-8A1E-E3C65A0BF6BE}" type="pres">
      <dgm:prSet presAssocID="{6F44B233-01A5-498D-910B-F005439405A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B12AAF5-D0C2-4E98-BEBD-E46DDCCBC8A4}" type="pres">
      <dgm:prSet presAssocID="{440BF6C1-1E96-420F-9EEC-5D377F485749}" presName="bottomLine" presStyleLbl="alignNode1" presStyleIdx="3" presStyleCnt="8">
        <dgm:presLayoutVars/>
      </dgm:prSet>
      <dgm:spPr/>
    </dgm:pt>
    <dgm:pt modelId="{18B7D621-A8B6-4E6A-A169-AF3614A12AA8}" type="pres">
      <dgm:prSet presAssocID="{440BF6C1-1E96-420F-9EEC-5D377F485749}" presName="nodeText" presStyleLbl="bgAccFollowNode1" presStyleIdx="1" presStyleCnt="4">
        <dgm:presLayoutVars>
          <dgm:bulletEnabled val="1"/>
        </dgm:presLayoutVars>
      </dgm:prSet>
      <dgm:spPr/>
    </dgm:pt>
    <dgm:pt modelId="{07DCB76E-BA5B-469B-92E8-7B5B1E300C5D}" type="pres">
      <dgm:prSet presAssocID="{6F44B233-01A5-498D-910B-F005439405A7}" presName="sibTrans" presStyleCnt="0"/>
      <dgm:spPr/>
    </dgm:pt>
    <dgm:pt modelId="{67F92C0A-BEE8-4B78-BCB9-C142EBA08040}" type="pres">
      <dgm:prSet presAssocID="{FEDC3D9C-8727-4682-B937-5FB754B728E9}" presName="compositeNode" presStyleCnt="0">
        <dgm:presLayoutVars>
          <dgm:bulletEnabled val="1"/>
        </dgm:presLayoutVars>
      </dgm:prSet>
      <dgm:spPr/>
    </dgm:pt>
    <dgm:pt modelId="{86DA2AAE-D0A0-4656-AFEC-EDBADC99E629}" type="pres">
      <dgm:prSet presAssocID="{FEDC3D9C-8727-4682-B937-5FB754B728E9}" presName="bgRect" presStyleLbl="bgAccFollowNode1" presStyleIdx="2" presStyleCnt="4"/>
      <dgm:spPr/>
    </dgm:pt>
    <dgm:pt modelId="{05A1EEDA-340D-4C1C-A3F4-3CE2A0375047}" type="pres">
      <dgm:prSet presAssocID="{BC72ADA0-69BC-45B1-8278-929B734C0C7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BCC2A3E6-2B68-43AA-A5BD-966F58D23FBF}" type="pres">
      <dgm:prSet presAssocID="{FEDC3D9C-8727-4682-B937-5FB754B728E9}" presName="bottomLine" presStyleLbl="alignNode1" presStyleIdx="5" presStyleCnt="8">
        <dgm:presLayoutVars/>
      </dgm:prSet>
      <dgm:spPr/>
    </dgm:pt>
    <dgm:pt modelId="{09801BF7-D71A-40EE-B547-BFD654818229}" type="pres">
      <dgm:prSet presAssocID="{FEDC3D9C-8727-4682-B937-5FB754B728E9}" presName="nodeText" presStyleLbl="bgAccFollowNode1" presStyleIdx="2" presStyleCnt="4">
        <dgm:presLayoutVars>
          <dgm:bulletEnabled val="1"/>
        </dgm:presLayoutVars>
      </dgm:prSet>
      <dgm:spPr/>
    </dgm:pt>
    <dgm:pt modelId="{76AF3D1E-A6CD-4393-BBB6-699FAC01E9C0}" type="pres">
      <dgm:prSet presAssocID="{BC72ADA0-69BC-45B1-8278-929B734C0C76}" presName="sibTrans" presStyleCnt="0"/>
      <dgm:spPr/>
    </dgm:pt>
    <dgm:pt modelId="{8377FA79-6E89-4026-8BAD-C95A1870B091}" type="pres">
      <dgm:prSet presAssocID="{2E8F826D-44E2-4F2F-89E1-FD61801B8D83}" presName="compositeNode" presStyleCnt="0">
        <dgm:presLayoutVars>
          <dgm:bulletEnabled val="1"/>
        </dgm:presLayoutVars>
      </dgm:prSet>
      <dgm:spPr/>
    </dgm:pt>
    <dgm:pt modelId="{441CCC23-D36F-4037-9104-87175685FA9F}" type="pres">
      <dgm:prSet presAssocID="{2E8F826D-44E2-4F2F-89E1-FD61801B8D83}" presName="bgRect" presStyleLbl="bgAccFollowNode1" presStyleIdx="3" presStyleCnt="4"/>
      <dgm:spPr/>
    </dgm:pt>
    <dgm:pt modelId="{44A6381A-3569-42C0-B2DF-9D05BB3CCEC2}" type="pres">
      <dgm:prSet presAssocID="{45326357-5841-45F9-86D9-902FEC4BC7F2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0D1790E-2305-4534-844B-F9EEE071A739}" type="pres">
      <dgm:prSet presAssocID="{2E8F826D-44E2-4F2F-89E1-FD61801B8D83}" presName="bottomLine" presStyleLbl="alignNode1" presStyleIdx="7" presStyleCnt="8">
        <dgm:presLayoutVars/>
      </dgm:prSet>
      <dgm:spPr/>
    </dgm:pt>
    <dgm:pt modelId="{F67102E3-C547-418C-96B2-BA3BD14EDBD1}" type="pres">
      <dgm:prSet presAssocID="{2E8F826D-44E2-4F2F-89E1-FD61801B8D83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4716510-65A7-4C60-B5F0-5780B2443D00}" type="presOf" srcId="{2E8F826D-44E2-4F2F-89E1-FD61801B8D83}" destId="{F67102E3-C547-418C-96B2-BA3BD14EDBD1}" srcOrd="1" destOrd="0" presId="urn:microsoft.com/office/officeart/2016/7/layout/BasicLinearProcessNumbered"/>
    <dgm:cxn modelId="{D4141117-8811-4DEB-8C6F-63A91282F651}" type="presOf" srcId="{6F44B233-01A5-498D-910B-F005439405A7}" destId="{802326BE-4D6A-4B62-8A1E-E3C65A0BF6BE}" srcOrd="0" destOrd="0" presId="urn:microsoft.com/office/officeart/2016/7/layout/BasicLinearProcessNumbered"/>
    <dgm:cxn modelId="{6AFD921A-ED34-486C-82B6-BC81FE655B87}" type="presOf" srcId="{FEDC3D9C-8727-4682-B937-5FB754B728E9}" destId="{09801BF7-D71A-40EE-B547-BFD654818229}" srcOrd="1" destOrd="0" presId="urn:microsoft.com/office/officeart/2016/7/layout/BasicLinearProcessNumbered"/>
    <dgm:cxn modelId="{14D0F41E-1A19-457A-B665-A12F8A206371}" srcId="{AA67388F-E020-4116-87C4-28C890BF527C}" destId="{2E8F826D-44E2-4F2F-89E1-FD61801B8D83}" srcOrd="3" destOrd="0" parTransId="{70B92591-512E-4747-A36D-1BA99BC7A584}" sibTransId="{45326357-5841-45F9-86D9-902FEC4BC7F2}"/>
    <dgm:cxn modelId="{290D371F-E7BE-4FFE-859F-7729F1586294}" type="presOf" srcId="{440BF6C1-1E96-420F-9EEC-5D377F485749}" destId="{81A1E59E-0025-4AC9-AE08-9C3029EC4E68}" srcOrd="0" destOrd="0" presId="urn:microsoft.com/office/officeart/2016/7/layout/BasicLinearProcessNumbered"/>
    <dgm:cxn modelId="{76CED725-4460-4EC5-AC8E-D45943ECCD95}" srcId="{AA67388F-E020-4116-87C4-28C890BF527C}" destId="{EB1D93CC-EA2F-4CA9-AC89-2207B9C96018}" srcOrd="0" destOrd="0" parTransId="{283892B4-51C8-4537-8F13-A4F9C04EE439}" sibTransId="{7E97C8A9-F278-4D5E-8D6B-0B5D9E1FE8F9}"/>
    <dgm:cxn modelId="{E6672F2E-3C6B-4123-85FA-438C61029C12}" srcId="{AA67388F-E020-4116-87C4-28C890BF527C}" destId="{FEDC3D9C-8727-4682-B937-5FB754B728E9}" srcOrd="2" destOrd="0" parTransId="{48B2A299-C4C6-425E-AE0F-B0B79A978C96}" sibTransId="{BC72ADA0-69BC-45B1-8278-929B734C0C76}"/>
    <dgm:cxn modelId="{3CA00038-4E89-4CDA-9271-0E4EFA1D9020}" type="presOf" srcId="{7E97C8A9-F278-4D5E-8D6B-0B5D9E1FE8F9}" destId="{00263D2D-6603-4969-A088-24372289686C}" srcOrd="0" destOrd="0" presId="urn:microsoft.com/office/officeart/2016/7/layout/BasicLinearProcessNumbered"/>
    <dgm:cxn modelId="{193E0D60-A8B5-4CCA-B05D-6357F94A115B}" type="presOf" srcId="{440BF6C1-1E96-420F-9EEC-5D377F485749}" destId="{18B7D621-A8B6-4E6A-A169-AF3614A12AA8}" srcOrd="1" destOrd="0" presId="urn:microsoft.com/office/officeart/2016/7/layout/BasicLinearProcessNumbered"/>
    <dgm:cxn modelId="{FC433A6E-8478-487A-8B7C-26C5C375F329}" type="presOf" srcId="{FEDC3D9C-8727-4682-B937-5FB754B728E9}" destId="{86DA2AAE-D0A0-4656-AFEC-EDBADC99E629}" srcOrd="0" destOrd="0" presId="urn:microsoft.com/office/officeart/2016/7/layout/BasicLinearProcessNumbered"/>
    <dgm:cxn modelId="{D8E20F51-E4E8-4299-A903-294C0DD91400}" type="presOf" srcId="{EB1D93CC-EA2F-4CA9-AC89-2207B9C96018}" destId="{662EAD17-F287-4981-9F50-C361D57D464C}" srcOrd="0" destOrd="0" presId="urn:microsoft.com/office/officeart/2016/7/layout/BasicLinearProcessNumbered"/>
    <dgm:cxn modelId="{7FD01D79-77AD-4AF1-8E24-3949B2C0BD5B}" type="presOf" srcId="{2E8F826D-44E2-4F2F-89E1-FD61801B8D83}" destId="{441CCC23-D36F-4037-9104-87175685FA9F}" srcOrd="0" destOrd="0" presId="urn:microsoft.com/office/officeart/2016/7/layout/BasicLinearProcessNumbered"/>
    <dgm:cxn modelId="{6E450D8D-638A-4FA9-8D0E-3A95DBCB8BF9}" type="presOf" srcId="{AA67388F-E020-4116-87C4-28C890BF527C}" destId="{5B0FBFC8-EB75-4060-8140-E3187354B3AE}" srcOrd="0" destOrd="0" presId="urn:microsoft.com/office/officeart/2016/7/layout/BasicLinearProcessNumbered"/>
    <dgm:cxn modelId="{25ED37AB-FFB0-40BF-9B91-A9CAA6C32483}" type="presOf" srcId="{BC72ADA0-69BC-45B1-8278-929B734C0C76}" destId="{05A1EEDA-340D-4C1C-A3F4-3CE2A0375047}" srcOrd="0" destOrd="0" presId="urn:microsoft.com/office/officeart/2016/7/layout/BasicLinearProcessNumbered"/>
    <dgm:cxn modelId="{8AC595AD-5BA7-426D-A077-270E49B301F9}" srcId="{AA67388F-E020-4116-87C4-28C890BF527C}" destId="{440BF6C1-1E96-420F-9EEC-5D377F485749}" srcOrd="1" destOrd="0" parTransId="{0AFD3431-F7AD-4CB0-A51E-1711A9AB6314}" sibTransId="{6F44B233-01A5-498D-910B-F005439405A7}"/>
    <dgm:cxn modelId="{DA51D9B6-E107-4055-B8FB-82C36D33C038}" type="presOf" srcId="{45326357-5841-45F9-86D9-902FEC4BC7F2}" destId="{44A6381A-3569-42C0-B2DF-9D05BB3CCEC2}" srcOrd="0" destOrd="0" presId="urn:microsoft.com/office/officeart/2016/7/layout/BasicLinearProcessNumbered"/>
    <dgm:cxn modelId="{D72590EE-EC25-42E0-88F6-E963A1E12941}" type="presOf" srcId="{EB1D93CC-EA2F-4CA9-AC89-2207B9C96018}" destId="{BF0F3D78-8231-4561-9F1C-7A13892F6931}" srcOrd="1" destOrd="0" presId="urn:microsoft.com/office/officeart/2016/7/layout/BasicLinearProcessNumbered"/>
    <dgm:cxn modelId="{4A2AE5BA-246F-4D7C-8FCE-93723D054EF3}" type="presParOf" srcId="{5B0FBFC8-EB75-4060-8140-E3187354B3AE}" destId="{7D78BBF9-545A-4BD4-BF75-C5E5E0D0B6ED}" srcOrd="0" destOrd="0" presId="urn:microsoft.com/office/officeart/2016/7/layout/BasicLinearProcessNumbered"/>
    <dgm:cxn modelId="{C0F73C56-1EA3-460D-83E5-03F84CE6A875}" type="presParOf" srcId="{7D78BBF9-545A-4BD4-BF75-C5E5E0D0B6ED}" destId="{662EAD17-F287-4981-9F50-C361D57D464C}" srcOrd="0" destOrd="0" presId="urn:microsoft.com/office/officeart/2016/7/layout/BasicLinearProcessNumbered"/>
    <dgm:cxn modelId="{162EEEFD-3406-4EC8-AA95-0542E63511DF}" type="presParOf" srcId="{7D78BBF9-545A-4BD4-BF75-C5E5E0D0B6ED}" destId="{00263D2D-6603-4969-A088-24372289686C}" srcOrd="1" destOrd="0" presId="urn:microsoft.com/office/officeart/2016/7/layout/BasicLinearProcessNumbered"/>
    <dgm:cxn modelId="{4EEE4321-5962-4059-8A27-5C52F7C1D9DA}" type="presParOf" srcId="{7D78BBF9-545A-4BD4-BF75-C5E5E0D0B6ED}" destId="{8048C34A-408D-42A7-BFCC-BAE612219732}" srcOrd="2" destOrd="0" presId="urn:microsoft.com/office/officeart/2016/7/layout/BasicLinearProcessNumbered"/>
    <dgm:cxn modelId="{A2E03447-80DB-4E80-9828-D9821A8C29A1}" type="presParOf" srcId="{7D78BBF9-545A-4BD4-BF75-C5E5E0D0B6ED}" destId="{BF0F3D78-8231-4561-9F1C-7A13892F6931}" srcOrd="3" destOrd="0" presId="urn:microsoft.com/office/officeart/2016/7/layout/BasicLinearProcessNumbered"/>
    <dgm:cxn modelId="{29981E4C-8980-4A58-9591-1CDE83724691}" type="presParOf" srcId="{5B0FBFC8-EB75-4060-8140-E3187354B3AE}" destId="{B41CB43B-D9A8-4427-8EF2-7F7CEAE15C26}" srcOrd="1" destOrd="0" presId="urn:microsoft.com/office/officeart/2016/7/layout/BasicLinearProcessNumbered"/>
    <dgm:cxn modelId="{06A0355B-5AA8-4C37-98F2-993EDB896413}" type="presParOf" srcId="{5B0FBFC8-EB75-4060-8140-E3187354B3AE}" destId="{223D2785-BA04-425B-ABC4-A1E0A47B8218}" srcOrd="2" destOrd="0" presId="urn:microsoft.com/office/officeart/2016/7/layout/BasicLinearProcessNumbered"/>
    <dgm:cxn modelId="{AD90787F-33DA-487D-87E9-E6F32F76F760}" type="presParOf" srcId="{223D2785-BA04-425B-ABC4-A1E0A47B8218}" destId="{81A1E59E-0025-4AC9-AE08-9C3029EC4E68}" srcOrd="0" destOrd="0" presId="urn:microsoft.com/office/officeart/2016/7/layout/BasicLinearProcessNumbered"/>
    <dgm:cxn modelId="{1D0924C8-D608-40C1-9CBE-0C2644A3C3B9}" type="presParOf" srcId="{223D2785-BA04-425B-ABC4-A1E0A47B8218}" destId="{802326BE-4D6A-4B62-8A1E-E3C65A0BF6BE}" srcOrd="1" destOrd="0" presId="urn:microsoft.com/office/officeart/2016/7/layout/BasicLinearProcessNumbered"/>
    <dgm:cxn modelId="{987A977C-7D4C-4DCB-BD1B-85978F0A7343}" type="presParOf" srcId="{223D2785-BA04-425B-ABC4-A1E0A47B8218}" destId="{6B12AAF5-D0C2-4E98-BEBD-E46DDCCBC8A4}" srcOrd="2" destOrd="0" presId="urn:microsoft.com/office/officeart/2016/7/layout/BasicLinearProcessNumbered"/>
    <dgm:cxn modelId="{20A46979-C67B-4E75-B6C9-F0A38C9595D6}" type="presParOf" srcId="{223D2785-BA04-425B-ABC4-A1E0A47B8218}" destId="{18B7D621-A8B6-4E6A-A169-AF3614A12AA8}" srcOrd="3" destOrd="0" presId="urn:microsoft.com/office/officeart/2016/7/layout/BasicLinearProcessNumbered"/>
    <dgm:cxn modelId="{70905CE7-2D6E-4839-B30E-9E821EFA8B34}" type="presParOf" srcId="{5B0FBFC8-EB75-4060-8140-E3187354B3AE}" destId="{07DCB76E-BA5B-469B-92E8-7B5B1E300C5D}" srcOrd="3" destOrd="0" presId="urn:microsoft.com/office/officeart/2016/7/layout/BasicLinearProcessNumbered"/>
    <dgm:cxn modelId="{760B2196-E955-4A66-B20D-EA8A4E5FEC22}" type="presParOf" srcId="{5B0FBFC8-EB75-4060-8140-E3187354B3AE}" destId="{67F92C0A-BEE8-4B78-BCB9-C142EBA08040}" srcOrd="4" destOrd="0" presId="urn:microsoft.com/office/officeart/2016/7/layout/BasicLinearProcessNumbered"/>
    <dgm:cxn modelId="{47FFB4AE-0854-4280-945B-21BE238C6241}" type="presParOf" srcId="{67F92C0A-BEE8-4B78-BCB9-C142EBA08040}" destId="{86DA2AAE-D0A0-4656-AFEC-EDBADC99E629}" srcOrd="0" destOrd="0" presId="urn:microsoft.com/office/officeart/2016/7/layout/BasicLinearProcessNumbered"/>
    <dgm:cxn modelId="{93C4E2FF-FEAB-4E86-860B-84260E34B064}" type="presParOf" srcId="{67F92C0A-BEE8-4B78-BCB9-C142EBA08040}" destId="{05A1EEDA-340D-4C1C-A3F4-3CE2A0375047}" srcOrd="1" destOrd="0" presId="urn:microsoft.com/office/officeart/2016/7/layout/BasicLinearProcessNumbered"/>
    <dgm:cxn modelId="{2CD67A26-659E-4BEE-BBD2-04A8E743E239}" type="presParOf" srcId="{67F92C0A-BEE8-4B78-BCB9-C142EBA08040}" destId="{BCC2A3E6-2B68-43AA-A5BD-966F58D23FBF}" srcOrd="2" destOrd="0" presId="urn:microsoft.com/office/officeart/2016/7/layout/BasicLinearProcessNumbered"/>
    <dgm:cxn modelId="{68E19589-23C5-49DD-969D-E78261EAC344}" type="presParOf" srcId="{67F92C0A-BEE8-4B78-BCB9-C142EBA08040}" destId="{09801BF7-D71A-40EE-B547-BFD654818229}" srcOrd="3" destOrd="0" presId="urn:microsoft.com/office/officeart/2016/7/layout/BasicLinearProcessNumbered"/>
    <dgm:cxn modelId="{79AE3FB1-C05A-4BFA-A1F5-D3DC41E33B05}" type="presParOf" srcId="{5B0FBFC8-EB75-4060-8140-E3187354B3AE}" destId="{76AF3D1E-A6CD-4393-BBB6-699FAC01E9C0}" srcOrd="5" destOrd="0" presId="urn:microsoft.com/office/officeart/2016/7/layout/BasicLinearProcessNumbered"/>
    <dgm:cxn modelId="{F88CF41F-90CD-4A2C-A26A-13B465FB4491}" type="presParOf" srcId="{5B0FBFC8-EB75-4060-8140-E3187354B3AE}" destId="{8377FA79-6E89-4026-8BAD-C95A1870B091}" srcOrd="6" destOrd="0" presId="urn:microsoft.com/office/officeart/2016/7/layout/BasicLinearProcessNumbered"/>
    <dgm:cxn modelId="{116D8D7E-AC20-426A-8056-8262C1B42482}" type="presParOf" srcId="{8377FA79-6E89-4026-8BAD-C95A1870B091}" destId="{441CCC23-D36F-4037-9104-87175685FA9F}" srcOrd="0" destOrd="0" presId="urn:microsoft.com/office/officeart/2016/7/layout/BasicLinearProcessNumbered"/>
    <dgm:cxn modelId="{95CD9729-47CA-4600-91A1-A31BDB63CA25}" type="presParOf" srcId="{8377FA79-6E89-4026-8BAD-C95A1870B091}" destId="{44A6381A-3569-42C0-B2DF-9D05BB3CCEC2}" srcOrd="1" destOrd="0" presId="urn:microsoft.com/office/officeart/2016/7/layout/BasicLinearProcessNumbered"/>
    <dgm:cxn modelId="{B2752493-F32A-41D1-94FB-393823881BF0}" type="presParOf" srcId="{8377FA79-6E89-4026-8BAD-C95A1870B091}" destId="{40D1790E-2305-4534-844B-F9EEE071A739}" srcOrd="2" destOrd="0" presId="urn:microsoft.com/office/officeart/2016/7/layout/BasicLinearProcessNumbered"/>
    <dgm:cxn modelId="{C9E3D935-DCDF-4EFD-8CBE-4A5B5A6E1C7E}" type="presParOf" srcId="{8377FA79-6E89-4026-8BAD-C95A1870B091}" destId="{F67102E3-C547-418C-96B2-BA3BD14EDBD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FB0B66-6C1B-4F0C-A907-CD79701952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2EFBC2-BD0F-48DC-B40D-5E9E95AD7949}">
      <dgm:prSet/>
      <dgm:spPr/>
      <dgm:t>
        <a:bodyPr/>
        <a:lstStyle/>
        <a:p>
          <a:r>
            <a:rPr lang="en-US"/>
            <a:t>- Focus on high-value customers for retention programs</a:t>
          </a:r>
        </a:p>
      </dgm:t>
    </dgm:pt>
    <dgm:pt modelId="{F39D84FC-396C-44DD-B551-F01D3A9E6AD2}" type="parTrans" cxnId="{A44CC556-D61A-4DF0-BB82-CD5A8621ED9F}">
      <dgm:prSet/>
      <dgm:spPr/>
      <dgm:t>
        <a:bodyPr/>
        <a:lstStyle/>
        <a:p>
          <a:endParaRPr lang="en-US"/>
        </a:p>
      </dgm:t>
    </dgm:pt>
    <dgm:pt modelId="{712DA6FF-1C4E-4846-9546-456ED4843CCE}" type="sibTrans" cxnId="{A44CC556-D61A-4DF0-BB82-CD5A8621ED9F}">
      <dgm:prSet/>
      <dgm:spPr/>
      <dgm:t>
        <a:bodyPr/>
        <a:lstStyle/>
        <a:p>
          <a:endParaRPr lang="en-US"/>
        </a:p>
      </dgm:t>
    </dgm:pt>
    <dgm:pt modelId="{3B72B058-9DEC-46CB-A29B-27C8BF29E718}">
      <dgm:prSet/>
      <dgm:spPr/>
      <dgm:t>
        <a:bodyPr/>
        <a:lstStyle/>
        <a:p>
          <a:r>
            <a:rPr lang="en-US"/>
            <a:t>- Optimize inventory for low-stock, high-demand items</a:t>
          </a:r>
        </a:p>
      </dgm:t>
    </dgm:pt>
    <dgm:pt modelId="{043FEA49-1DED-49DB-B22B-B8ACE9B29904}" type="parTrans" cxnId="{90F37C52-6182-46FB-9357-964FF957B48C}">
      <dgm:prSet/>
      <dgm:spPr/>
      <dgm:t>
        <a:bodyPr/>
        <a:lstStyle/>
        <a:p>
          <a:endParaRPr lang="en-US"/>
        </a:p>
      </dgm:t>
    </dgm:pt>
    <dgm:pt modelId="{11987829-65F3-4C1E-B06D-F3540298B9CF}" type="sibTrans" cxnId="{90F37C52-6182-46FB-9357-964FF957B48C}">
      <dgm:prSet/>
      <dgm:spPr/>
      <dgm:t>
        <a:bodyPr/>
        <a:lstStyle/>
        <a:p>
          <a:endParaRPr lang="en-US"/>
        </a:p>
      </dgm:t>
    </dgm:pt>
    <dgm:pt modelId="{29D1CB61-FA06-4E32-880C-EE00904DA951}">
      <dgm:prSet/>
      <dgm:spPr/>
      <dgm:t>
        <a:bodyPr/>
        <a:lstStyle/>
        <a:p>
          <a:r>
            <a:rPr lang="en-US"/>
            <a:t>- Expand in regions with high supplier &amp; customer activity</a:t>
          </a:r>
        </a:p>
      </dgm:t>
    </dgm:pt>
    <dgm:pt modelId="{B779733F-215C-4427-8289-5F03BED33B18}" type="parTrans" cxnId="{E310A741-A2E7-4AD3-8EE1-A9EE588CCECC}">
      <dgm:prSet/>
      <dgm:spPr/>
      <dgm:t>
        <a:bodyPr/>
        <a:lstStyle/>
        <a:p>
          <a:endParaRPr lang="en-US"/>
        </a:p>
      </dgm:t>
    </dgm:pt>
    <dgm:pt modelId="{878BE4DF-510F-471D-9078-1B8F4F16BF94}" type="sibTrans" cxnId="{E310A741-A2E7-4AD3-8EE1-A9EE588CCECC}">
      <dgm:prSet/>
      <dgm:spPr/>
      <dgm:t>
        <a:bodyPr/>
        <a:lstStyle/>
        <a:p>
          <a:endParaRPr lang="en-US"/>
        </a:p>
      </dgm:t>
    </dgm:pt>
    <dgm:pt modelId="{51AE862F-A669-4460-9C26-13645EC73D55}">
      <dgm:prSet/>
      <dgm:spPr/>
      <dgm:t>
        <a:bodyPr/>
        <a:lstStyle/>
        <a:p>
          <a:r>
            <a:rPr lang="en-US"/>
            <a:t>- Improve employee training in high-demand regions</a:t>
          </a:r>
        </a:p>
      </dgm:t>
    </dgm:pt>
    <dgm:pt modelId="{6E671B24-511F-46F6-AB49-D90E07F11629}" type="parTrans" cxnId="{A1124EF3-50D0-4E8E-BFE4-B9A3ACCF3684}">
      <dgm:prSet/>
      <dgm:spPr/>
      <dgm:t>
        <a:bodyPr/>
        <a:lstStyle/>
        <a:p>
          <a:endParaRPr lang="en-US"/>
        </a:p>
      </dgm:t>
    </dgm:pt>
    <dgm:pt modelId="{E9B3E3E9-DA1F-414B-BB26-C5339C276E4B}" type="sibTrans" cxnId="{A1124EF3-50D0-4E8E-BFE4-B9A3ACCF3684}">
      <dgm:prSet/>
      <dgm:spPr/>
      <dgm:t>
        <a:bodyPr/>
        <a:lstStyle/>
        <a:p>
          <a:endParaRPr lang="en-US"/>
        </a:p>
      </dgm:t>
    </dgm:pt>
    <dgm:pt modelId="{D2C5B86D-2C58-4F61-B544-5A10837B9E9F}">
      <dgm:prSet/>
      <dgm:spPr/>
      <dgm:t>
        <a:bodyPr/>
        <a:lstStyle/>
        <a:p>
          <a:r>
            <a:rPr lang="en-US"/>
            <a:t>- Seasonal demand planning to boost sales &amp; reduce stockouts</a:t>
          </a:r>
        </a:p>
      </dgm:t>
    </dgm:pt>
    <dgm:pt modelId="{6D59DED5-F89B-45E5-AA0E-584126270E0C}" type="parTrans" cxnId="{B8BD4219-C3D4-440B-B77A-93C5D3063D69}">
      <dgm:prSet/>
      <dgm:spPr/>
      <dgm:t>
        <a:bodyPr/>
        <a:lstStyle/>
        <a:p>
          <a:endParaRPr lang="en-US"/>
        </a:p>
      </dgm:t>
    </dgm:pt>
    <dgm:pt modelId="{624E6484-0DEF-4C14-B65B-5A5DE6D2C44B}" type="sibTrans" cxnId="{B8BD4219-C3D4-440B-B77A-93C5D3063D69}">
      <dgm:prSet/>
      <dgm:spPr/>
      <dgm:t>
        <a:bodyPr/>
        <a:lstStyle/>
        <a:p>
          <a:endParaRPr lang="en-US"/>
        </a:p>
      </dgm:t>
    </dgm:pt>
    <dgm:pt modelId="{B7D9C455-3EDB-4546-99DE-41198685C08E}" type="pres">
      <dgm:prSet presAssocID="{23FB0B66-6C1B-4F0C-A907-CD79701952E1}" presName="linear" presStyleCnt="0">
        <dgm:presLayoutVars>
          <dgm:animLvl val="lvl"/>
          <dgm:resizeHandles val="exact"/>
        </dgm:presLayoutVars>
      </dgm:prSet>
      <dgm:spPr/>
    </dgm:pt>
    <dgm:pt modelId="{94053C02-76CA-4218-A0CD-0BF13C083870}" type="pres">
      <dgm:prSet presAssocID="{C22EFBC2-BD0F-48DC-B40D-5E9E95AD794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CBCBAC-4689-460C-AC3D-E3CAC8B423B6}" type="pres">
      <dgm:prSet presAssocID="{712DA6FF-1C4E-4846-9546-456ED4843CCE}" presName="spacer" presStyleCnt="0"/>
      <dgm:spPr/>
    </dgm:pt>
    <dgm:pt modelId="{EB206CA3-1C3A-4A5F-8427-50C919087774}" type="pres">
      <dgm:prSet presAssocID="{3B72B058-9DEC-46CB-A29B-27C8BF29E7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87107CB-6BEA-4768-BE0D-022DE976D68F}" type="pres">
      <dgm:prSet presAssocID="{11987829-65F3-4C1E-B06D-F3540298B9CF}" presName="spacer" presStyleCnt="0"/>
      <dgm:spPr/>
    </dgm:pt>
    <dgm:pt modelId="{F3EAAAA1-63AF-435C-BB08-605F8382A306}" type="pres">
      <dgm:prSet presAssocID="{29D1CB61-FA06-4E32-880C-EE00904DA9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1E079C-C5A6-42A9-ABB7-27DEBC47A7A2}" type="pres">
      <dgm:prSet presAssocID="{878BE4DF-510F-471D-9078-1B8F4F16BF94}" presName="spacer" presStyleCnt="0"/>
      <dgm:spPr/>
    </dgm:pt>
    <dgm:pt modelId="{1CE1C71C-3608-4C15-A056-7D822852EFB8}" type="pres">
      <dgm:prSet presAssocID="{51AE862F-A669-4460-9C26-13645EC73D5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346022F-9474-46C6-9C22-F0778A8DCDEB}" type="pres">
      <dgm:prSet presAssocID="{E9B3E3E9-DA1F-414B-BB26-C5339C276E4B}" presName="spacer" presStyleCnt="0"/>
      <dgm:spPr/>
    </dgm:pt>
    <dgm:pt modelId="{F90157EE-5B7D-4C7D-863E-AA13B67F3081}" type="pres">
      <dgm:prSet presAssocID="{D2C5B86D-2C58-4F61-B544-5A10837B9E9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16FBB0E-8405-4375-A155-2E089A666EB8}" type="presOf" srcId="{D2C5B86D-2C58-4F61-B544-5A10837B9E9F}" destId="{F90157EE-5B7D-4C7D-863E-AA13B67F3081}" srcOrd="0" destOrd="0" presId="urn:microsoft.com/office/officeart/2005/8/layout/vList2"/>
    <dgm:cxn modelId="{B8BD4219-C3D4-440B-B77A-93C5D3063D69}" srcId="{23FB0B66-6C1B-4F0C-A907-CD79701952E1}" destId="{D2C5B86D-2C58-4F61-B544-5A10837B9E9F}" srcOrd="4" destOrd="0" parTransId="{6D59DED5-F89B-45E5-AA0E-584126270E0C}" sibTransId="{624E6484-0DEF-4C14-B65B-5A5DE6D2C44B}"/>
    <dgm:cxn modelId="{E310A741-A2E7-4AD3-8EE1-A9EE588CCECC}" srcId="{23FB0B66-6C1B-4F0C-A907-CD79701952E1}" destId="{29D1CB61-FA06-4E32-880C-EE00904DA951}" srcOrd="2" destOrd="0" parTransId="{B779733F-215C-4427-8289-5F03BED33B18}" sibTransId="{878BE4DF-510F-471D-9078-1B8F4F16BF94}"/>
    <dgm:cxn modelId="{B42C156B-FAF1-487E-BAE2-AB829B80E63D}" type="presOf" srcId="{29D1CB61-FA06-4E32-880C-EE00904DA951}" destId="{F3EAAAA1-63AF-435C-BB08-605F8382A306}" srcOrd="0" destOrd="0" presId="urn:microsoft.com/office/officeart/2005/8/layout/vList2"/>
    <dgm:cxn modelId="{7187396D-57A0-420B-A315-9A4948C3D4B7}" type="presOf" srcId="{23FB0B66-6C1B-4F0C-A907-CD79701952E1}" destId="{B7D9C455-3EDB-4546-99DE-41198685C08E}" srcOrd="0" destOrd="0" presId="urn:microsoft.com/office/officeart/2005/8/layout/vList2"/>
    <dgm:cxn modelId="{90F37C52-6182-46FB-9357-964FF957B48C}" srcId="{23FB0B66-6C1B-4F0C-A907-CD79701952E1}" destId="{3B72B058-9DEC-46CB-A29B-27C8BF29E718}" srcOrd="1" destOrd="0" parTransId="{043FEA49-1DED-49DB-B22B-B8ACE9B29904}" sibTransId="{11987829-65F3-4C1E-B06D-F3540298B9CF}"/>
    <dgm:cxn modelId="{5A17A756-8F68-4FF8-A3B8-F66E86161DB6}" type="presOf" srcId="{3B72B058-9DEC-46CB-A29B-27C8BF29E718}" destId="{EB206CA3-1C3A-4A5F-8427-50C919087774}" srcOrd="0" destOrd="0" presId="urn:microsoft.com/office/officeart/2005/8/layout/vList2"/>
    <dgm:cxn modelId="{A44CC556-D61A-4DF0-BB82-CD5A8621ED9F}" srcId="{23FB0B66-6C1B-4F0C-A907-CD79701952E1}" destId="{C22EFBC2-BD0F-48DC-B40D-5E9E95AD7949}" srcOrd="0" destOrd="0" parTransId="{F39D84FC-396C-44DD-B551-F01D3A9E6AD2}" sibTransId="{712DA6FF-1C4E-4846-9546-456ED4843CCE}"/>
    <dgm:cxn modelId="{D0EB44C1-7971-4322-A617-DF2F6C436D3D}" type="presOf" srcId="{C22EFBC2-BD0F-48DC-B40D-5E9E95AD7949}" destId="{94053C02-76CA-4218-A0CD-0BF13C083870}" srcOrd="0" destOrd="0" presId="urn:microsoft.com/office/officeart/2005/8/layout/vList2"/>
    <dgm:cxn modelId="{BA24A0D5-919F-4B05-85C3-3213DC4CD9EF}" type="presOf" srcId="{51AE862F-A669-4460-9C26-13645EC73D55}" destId="{1CE1C71C-3608-4C15-A056-7D822852EFB8}" srcOrd="0" destOrd="0" presId="urn:microsoft.com/office/officeart/2005/8/layout/vList2"/>
    <dgm:cxn modelId="{A1124EF3-50D0-4E8E-BFE4-B9A3ACCF3684}" srcId="{23FB0B66-6C1B-4F0C-A907-CD79701952E1}" destId="{51AE862F-A669-4460-9C26-13645EC73D55}" srcOrd="3" destOrd="0" parTransId="{6E671B24-511F-46F6-AB49-D90E07F11629}" sibTransId="{E9B3E3E9-DA1F-414B-BB26-C5339C276E4B}"/>
    <dgm:cxn modelId="{F19782AF-E445-4CB1-9FFF-547466F0DD44}" type="presParOf" srcId="{B7D9C455-3EDB-4546-99DE-41198685C08E}" destId="{94053C02-76CA-4218-A0CD-0BF13C083870}" srcOrd="0" destOrd="0" presId="urn:microsoft.com/office/officeart/2005/8/layout/vList2"/>
    <dgm:cxn modelId="{886D691E-15FF-4CCF-8D23-4B04D97D2E7D}" type="presParOf" srcId="{B7D9C455-3EDB-4546-99DE-41198685C08E}" destId="{86CBCBAC-4689-460C-AC3D-E3CAC8B423B6}" srcOrd="1" destOrd="0" presId="urn:microsoft.com/office/officeart/2005/8/layout/vList2"/>
    <dgm:cxn modelId="{9D9E0B6C-9D2A-4609-9522-434FCF696F0C}" type="presParOf" srcId="{B7D9C455-3EDB-4546-99DE-41198685C08E}" destId="{EB206CA3-1C3A-4A5F-8427-50C919087774}" srcOrd="2" destOrd="0" presId="urn:microsoft.com/office/officeart/2005/8/layout/vList2"/>
    <dgm:cxn modelId="{95B2C0B1-41DE-46A6-BA0C-3502D4EF4714}" type="presParOf" srcId="{B7D9C455-3EDB-4546-99DE-41198685C08E}" destId="{687107CB-6BEA-4768-BE0D-022DE976D68F}" srcOrd="3" destOrd="0" presId="urn:microsoft.com/office/officeart/2005/8/layout/vList2"/>
    <dgm:cxn modelId="{E3ABFC76-2709-4F0C-9309-0D945C48F433}" type="presParOf" srcId="{B7D9C455-3EDB-4546-99DE-41198685C08E}" destId="{F3EAAAA1-63AF-435C-BB08-605F8382A306}" srcOrd="4" destOrd="0" presId="urn:microsoft.com/office/officeart/2005/8/layout/vList2"/>
    <dgm:cxn modelId="{0722E455-F1CC-491C-873E-E5F5BEAF7E6D}" type="presParOf" srcId="{B7D9C455-3EDB-4546-99DE-41198685C08E}" destId="{7F1E079C-C5A6-42A9-ABB7-27DEBC47A7A2}" srcOrd="5" destOrd="0" presId="urn:microsoft.com/office/officeart/2005/8/layout/vList2"/>
    <dgm:cxn modelId="{ED16A080-848B-4EE7-BE4A-DACE9BD0375B}" type="presParOf" srcId="{B7D9C455-3EDB-4546-99DE-41198685C08E}" destId="{1CE1C71C-3608-4C15-A056-7D822852EFB8}" srcOrd="6" destOrd="0" presId="urn:microsoft.com/office/officeart/2005/8/layout/vList2"/>
    <dgm:cxn modelId="{7E4EBE36-8DCC-4D6A-93E9-6ED9ED595871}" type="presParOf" srcId="{B7D9C455-3EDB-4546-99DE-41198685C08E}" destId="{7346022F-9474-46C6-9C22-F0778A8DCDEB}" srcOrd="7" destOrd="0" presId="urn:microsoft.com/office/officeart/2005/8/layout/vList2"/>
    <dgm:cxn modelId="{629DD4EC-BF5C-482B-9881-1CD6DB8069AA}" type="presParOf" srcId="{B7D9C455-3EDB-4546-99DE-41198685C08E}" destId="{F90157EE-5B7D-4C7D-863E-AA13B67F308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CCDEDA-D487-4EEE-8C82-31B0F12F44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143595-0D5E-4D44-9E62-03A08C7183C8}">
      <dgm:prSet/>
      <dgm:spPr/>
      <dgm:t>
        <a:bodyPr/>
        <a:lstStyle/>
        <a:p>
          <a:r>
            <a:rPr lang="en-US"/>
            <a:t>The analysis provides valuable insights into customer behavior, product performance, employee distribution, and supplier trends.</a:t>
          </a:r>
        </a:p>
      </dgm:t>
    </dgm:pt>
    <dgm:pt modelId="{88E62311-03C9-4527-9933-2D425EBCF2B5}" type="parTrans" cxnId="{E981440B-21A5-4BCC-80AC-F31803E77DAA}">
      <dgm:prSet/>
      <dgm:spPr/>
      <dgm:t>
        <a:bodyPr/>
        <a:lstStyle/>
        <a:p>
          <a:endParaRPr lang="en-US"/>
        </a:p>
      </dgm:t>
    </dgm:pt>
    <dgm:pt modelId="{EFC5E1C3-6FAF-45C5-8FB3-60CD3D038A9B}" type="sibTrans" cxnId="{E981440B-21A5-4BCC-80AC-F31803E77DAA}">
      <dgm:prSet/>
      <dgm:spPr/>
      <dgm:t>
        <a:bodyPr/>
        <a:lstStyle/>
        <a:p>
          <a:endParaRPr lang="en-US"/>
        </a:p>
      </dgm:t>
    </dgm:pt>
    <dgm:pt modelId="{CE6CC954-5224-4E92-8042-C36D4507C169}">
      <dgm:prSet/>
      <dgm:spPr/>
      <dgm:t>
        <a:bodyPr/>
        <a:lstStyle/>
        <a:p>
          <a:r>
            <a:rPr lang="en-US"/>
            <a:t>Dashboards and KPIs support strategic decision-making for growth and efficiency.</a:t>
          </a:r>
        </a:p>
      </dgm:t>
    </dgm:pt>
    <dgm:pt modelId="{034CD62D-4199-41C9-A92B-182B49346B2E}" type="parTrans" cxnId="{6376947F-30CD-406A-812F-C9099139D976}">
      <dgm:prSet/>
      <dgm:spPr/>
      <dgm:t>
        <a:bodyPr/>
        <a:lstStyle/>
        <a:p>
          <a:endParaRPr lang="en-US"/>
        </a:p>
      </dgm:t>
    </dgm:pt>
    <dgm:pt modelId="{C85EED49-F190-48F1-9248-5CE778F1278D}" type="sibTrans" cxnId="{6376947F-30CD-406A-812F-C9099139D976}">
      <dgm:prSet/>
      <dgm:spPr/>
      <dgm:t>
        <a:bodyPr/>
        <a:lstStyle/>
        <a:p>
          <a:endParaRPr lang="en-US"/>
        </a:p>
      </dgm:t>
    </dgm:pt>
    <dgm:pt modelId="{504382E0-6C58-4F31-9CED-A6E5854B85CD}" type="pres">
      <dgm:prSet presAssocID="{C0CCDEDA-D487-4EEE-8C82-31B0F12F44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04483D-B7A4-4EFD-ADEE-23255E35EA15}" type="pres">
      <dgm:prSet presAssocID="{43143595-0D5E-4D44-9E62-03A08C7183C8}" presName="hierRoot1" presStyleCnt="0"/>
      <dgm:spPr/>
    </dgm:pt>
    <dgm:pt modelId="{8D8FFC97-9FA9-447A-901A-B4791B2D4132}" type="pres">
      <dgm:prSet presAssocID="{43143595-0D5E-4D44-9E62-03A08C7183C8}" presName="composite" presStyleCnt="0"/>
      <dgm:spPr/>
    </dgm:pt>
    <dgm:pt modelId="{35C34FD8-5893-4665-8F4E-429CD0EB65F1}" type="pres">
      <dgm:prSet presAssocID="{43143595-0D5E-4D44-9E62-03A08C7183C8}" presName="background" presStyleLbl="node0" presStyleIdx="0" presStyleCnt="2"/>
      <dgm:spPr/>
    </dgm:pt>
    <dgm:pt modelId="{9FF31307-792E-4A45-9A7F-0C28039329E8}" type="pres">
      <dgm:prSet presAssocID="{43143595-0D5E-4D44-9E62-03A08C7183C8}" presName="text" presStyleLbl="fgAcc0" presStyleIdx="0" presStyleCnt="2">
        <dgm:presLayoutVars>
          <dgm:chPref val="3"/>
        </dgm:presLayoutVars>
      </dgm:prSet>
      <dgm:spPr/>
    </dgm:pt>
    <dgm:pt modelId="{37F78B67-4122-4789-8F40-0F3E8D12F7FA}" type="pres">
      <dgm:prSet presAssocID="{43143595-0D5E-4D44-9E62-03A08C7183C8}" presName="hierChild2" presStyleCnt="0"/>
      <dgm:spPr/>
    </dgm:pt>
    <dgm:pt modelId="{03038CF4-78A1-4591-921F-EBA92D80EA26}" type="pres">
      <dgm:prSet presAssocID="{CE6CC954-5224-4E92-8042-C36D4507C169}" presName="hierRoot1" presStyleCnt="0"/>
      <dgm:spPr/>
    </dgm:pt>
    <dgm:pt modelId="{F3D37CF9-C374-4F43-9A2A-759B8351098C}" type="pres">
      <dgm:prSet presAssocID="{CE6CC954-5224-4E92-8042-C36D4507C169}" presName="composite" presStyleCnt="0"/>
      <dgm:spPr/>
    </dgm:pt>
    <dgm:pt modelId="{288AAAE3-EB6E-48C1-9CCA-6AACCB7061D2}" type="pres">
      <dgm:prSet presAssocID="{CE6CC954-5224-4E92-8042-C36D4507C169}" presName="background" presStyleLbl="node0" presStyleIdx="1" presStyleCnt="2"/>
      <dgm:spPr/>
    </dgm:pt>
    <dgm:pt modelId="{045685F8-BB49-4328-9D34-B28F61753902}" type="pres">
      <dgm:prSet presAssocID="{CE6CC954-5224-4E92-8042-C36D4507C169}" presName="text" presStyleLbl="fgAcc0" presStyleIdx="1" presStyleCnt="2">
        <dgm:presLayoutVars>
          <dgm:chPref val="3"/>
        </dgm:presLayoutVars>
      </dgm:prSet>
      <dgm:spPr/>
    </dgm:pt>
    <dgm:pt modelId="{CBFEAE24-3DD9-476B-878F-BED2920296EB}" type="pres">
      <dgm:prSet presAssocID="{CE6CC954-5224-4E92-8042-C36D4507C169}" presName="hierChild2" presStyleCnt="0"/>
      <dgm:spPr/>
    </dgm:pt>
  </dgm:ptLst>
  <dgm:cxnLst>
    <dgm:cxn modelId="{E981440B-21A5-4BCC-80AC-F31803E77DAA}" srcId="{C0CCDEDA-D487-4EEE-8C82-31B0F12F44B1}" destId="{43143595-0D5E-4D44-9E62-03A08C7183C8}" srcOrd="0" destOrd="0" parTransId="{88E62311-03C9-4527-9933-2D425EBCF2B5}" sibTransId="{EFC5E1C3-6FAF-45C5-8FB3-60CD3D038A9B}"/>
    <dgm:cxn modelId="{74A5530E-2133-46CF-A435-03E5949FA69A}" type="presOf" srcId="{C0CCDEDA-D487-4EEE-8C82-31B0F12F44B1}" destId="{504382E0-6C58-4F31-9CED-A6E5854B85CD}" srcOrd="0" destOrd="0" presId="urn:microsoft.com/office/officeart/2005/8/layout/hierarchy1"/>
    <dgm:cxn modelId="{0976C512-8885-4A1C-A6A0-E2C2BBDDA2BF}" type="presOf" srcId="{CE6CC954-5224-4E92-8042-C36D4507C169}" destId="{045685F8-BB49-4328-9D34-B28F61753902}" srcOrd="0" destOrd="0" presId="urn:microsoft.com/office/officeart/2005/8/layout/hierarchy1"/>
    <dgm:cxn modelId="{6376947F-30CD-406A-812F-C9099139D976}" srcId="{C0CCDEDA-D487-4EEE-8C82-31B0F12F44B1}" destId="{CE6CC954-5224-4E92-8042-C36D4507C169}" srcOrd="1" destOrd="0" parTransId="{034CD62D-4199-41C9-A92B-182B49346B2E}" sibTransId="{C85EED49-F190-48F1-9248-5CE778F1278D}"/>
    <dgm:cxn modelId="{2DC4578E-E56D-481F-AE80-95ADD974C8F8}" type="presOf" srcId="{43143595-0D5E-4D44-9E62-03A08C7183C8}" destId="{9FF31307-792E-4A45-9A7F-0C28039329E8}" srcOrd="0" destOrd="0" presId="urn:microsoft.com/office/officeart/2005/8/layout/hierarchy1"/>
    <dgm:cxn modelId="{3AC01DC2-558E-4D4A-B70D-F39D16E4A6D1}" type="presParOf" srcId="{504382E0-6C58-4F31-9CED-A6E5854B85CD}" destId="{C204483D-B7A4-4EFD-ADEE-23255E35EA15}" srcOrd="0" destOrd="0" presId="urn:microsoft.com/office/officeart/2005/8/layout/hierarchy1"/>
    <dgm:cxn modelId="{32A1DDEA-3078-441D-9247-7E0B5BCE1B53}" type="presParOf" srcId="{C204483D-B7A4-4EFD-ADEE-23255E35EA15}" destId="{8D8FFC97-9FA9-447A-901A-B4791B2D4132}" srcOrd="0" destOrd="0" presId="urn:microsoft.com/office/officeart/2005/8/layout/hierarchy1"/>
    <dgm:cxn modelId="{971EA0D7-22EA-4C6F-BB06-E3D5964BD303}" type="presParOf" srcId="{8D8FFC97-9FA9-447A-901A-B4791B2D4132}" destId="{35C34FD8-5893-4665-8F4E-429CD0EB65F1}" srcOrd="0" destOrd="0" presId="urn:microsoft.com/office/officeart/2005/8/layout/hierarchy1"/>
    <dgm:cxn modelId="{F9B641A8-0EE2-4126-B535-03FD9A17E839}" type="presParOf" srcId="{8D8FFC97-9FA9-447A-901A-B4791B2D4132}" destId="{9FF31307-792E-4A45-9A7F-0C28039329E8}" srcOrd="1" destOrd="0" presId="urn:microsoft.com/office/officeart/2005/8/layout/hierarchy1"/>
    <dgm:cxn modelId="{5E096534-7D26-4329-A1DE-50B6B7FC7023}" type="presParOf" srcId="{C204483D-B7A4-4EFD-ADEE-23255E35EA15}" destId="{37F78B67-4122-4789-8F40-0F3E8D12F7FA}" srcOrd="1" destOrd="0" presId="urn:microsoft.com/office/officeart/2005/8/layout/hierarchy1"/>
    <dgm:cxn modelId="{BB2475B8-04E4-4D8B-AC71-916C98241AC2}" type="presParOf" srcId="{504382E0-6C58-4F31-9CED-A6E5854B85CD}" destId="{03038CF4-78A1-4591-921F-EBA92D80EA26}" srcOrd="1" destOrd="0" presId="urn:microsoft.com/office/officeart/2005/8/layout/hierarchy1"/>
    <dgm:cxn modelId="{FEC44A19-A8A1-4057-B261-962413FC3C89}" type="presParOf" srcId="{03038CF4-78A1-4591-921F-EBA92D80EA26}" destId="{F3D37CF9-C374-4F43-9A2A-759B8351098C}" srcOrd="0" destOrd="0" presId="urn:microsoft.com/office/officeart/2005/8/layout/hierarchy1"/>
    <dgm:cxn modelId="{29495157-01C0-4283-9D0B-9C7046A6C3EE}" type="presParOf" srcId="{F3D37CF9-C374-4F43-9A2A-759B8351098C}" destId="{288AAAE3-EB6E-48C1-9CCA-6AACCB7061D2}" srcOrd="0" destOrd="0" presId="urn:microsoft.com/office/officeart/2005/8/layout/hierarchy1"/>
    <dgm:cxn modelId="{174BEF96-9563-4D31-89E1-337557A5B63D}" type="presParOf" srcId="{F3D37CF9-C374-4F43-9A2A-759B8351098C}" destId="{045685F8-BB49-4328-9D34-B28F61753902}" srcOrd="1" destOrd="0" presId="urn:microsoft.com/office/officeart/2005/8/layout/hierarchy1"/>
    <dgm:cxn modelId="{7A980E77-9990-43FA-8E7B-82952BF1557D}" type="presParOf" srcId="{03038CF4-78A1-4591-921F-EBA92D80EA26}" destId="{CBFEAE24-3DD9-476B-878F-BED2920296E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0655C-C482-43EE-9001-12523A73899A}">
      <dsp:nvSpPr>
        <dsp:cNvPr id="0" name=""/>
        <dsp:cNvSpPr/>
      </dsp:nvSpPr>
      <dsp:spPr>
        <a:xfrm>
          <a:off x="426956" y="838218"/>
          <a:ext cx="1132312" cy="11323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B6D06-B054-4308-980D-316E6F16866B}">
      <dsp:nvSpPr>
        <dsp:cNvPr id="0" name=""/>
        <dsp:cNvSpPr/>
      </dsp:nvSpPr>
      <dsp:spPr>
        <a:xfrm>
          <a:off x="668268" y="1079531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5C455-3091-4F3B-95BE-5A72C246E955}">
      <dsp:nvSpPr>
        <dsp:cNvPr id="0" name=""/>
        <dsp:cNvSpPr/>
      </dsp:nvSpPr>
      <dsp:spPr>
        <a:xfrm>
          <a:off x="64987" y="2323218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Data cleaning, transformation, and EDA performed in Excel</a:t>
          </a:r>
          <a:r>
            <a:rPr lang="en-IN" sz="1300" kern="1200"/>
            <a:t> &amp; SQL</a:t>
          </a:r>
          <a:endParaRPr lang="en-US" sz="1300" kern="1200"/>
        </a:p>
      </dsp:txBody>
      <dsp:txXfrm>
        <a:off x="64987" y="2323218"/>
        <a:ext cx="1856250" cy="720000"/>
      </dsp:txXfrm>
    </dsp:sp>
    <dsp:sp modelId="{94EE953F-B6D0-4121-ADF0-8633D0F56781}">
      <dsp:nvSpPr>
        <dsp:cNvPr id="0" name=""/>
        <dsp:cNvSpPr/>
      </dsp:nvSpPr>
      <dsp:spPr>
        <a:xfrm>
          <a:off x="2608050" y="838218"/>
          <a:ext cx="1132312" cy="11323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6841A-52BD-47A1-8A65-264E8A8903F0}">
      <dsp:nvSpPr>
        <dsp:cNvPr id="0" name=""/>
        <dsp:cNvSpPr/>
      </dsp:nvSpPr>
      <dsp:spPr>
        <a:xfrm>
          <a:off x="2849362" y="1079530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5AF02-6D77-4A27-84E6-350DADD67440}">
      <dsp:nvSpPr>
        <dsp:cNvPr id="0" name=""/>
        <dsp:cNvSpPr/>
      </dsp:nvSpPr>
      <dsp:spPr>
        <a:xfrm>
          <a:off x="2246081" y="2323218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Interactive dashboards created in Power BI</a:t>
          </a:r>
        </a:p>
      </dsp:txBody>
      <dsp:txXfrm>
        <a:off x="2246081" y="2323218"/>
        <a:ext cx="1856250" cy="720000"/>
      </dsp:txXfrm>
    </dsp:sp>
    <dsp:sp modelId="{B6FFAEAB-060A-4D65-978C-239D0A2FE600}">
      <dsp:nvSpPr>
        <dsp:cNvPr id="0" name=""/>
        <dsp:cNvSpPr/>
      </dsp:nvSpPr>
      <dsp:spPr>
        <a:xfrm>
          <a:off x="4789144" y="838218"/>
          <a:ext cx="1132312" cy="11323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D8D79-9844-462B-BB8E-B53783D2B6F7}">
      <dsp:nvSpPr>
        <dsp:cNvPr id="0" name=""/>
        <dsp:cNvSpPr/>
      </dsp:nvSpPr>
      <dsp:spPr>
        <a:xfrm>
          <a:off x="5030456" y="1079530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681AE-1A1C-4CDE-9F3E-61A8247FE0B0}">
      <dsp:nvSpPr>
        <dsp:cNvPr id="0" name=""/>
        <dsp:cNvSpPr/>
      </dsp:nvSpPr>
      <dsp:spPr>
        <a:xfrm>
          <a:off x="4427175" y="2323218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Insights generated across Customers, Products, Employees, and Suppliers</a:t>
          </a:r>
        </a:p>
      </dsp:txBody>
      <dsp:txXfrm>
        <a:off x="4427175" y="2323218"/>
        <a:ext cx="185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F8EF8-6FCF-48C4-901A-C15EB4A18623}">
      <dsp:nvSpPr>
        <dsp:cNvPr id="0" name=""/>
        <dsp:cNvSpPr/>
      </dsp:nvSpPr>
      <dsp:spPr>
        <a:xfrm>
          <a:off x="0" y="651197"/>
          <a:ext cx="1983879" cy="11903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Avg. orders per customer calculated</a:t>
          </a:r>
        </a:p>
      </dsp:txBody>
      <dsp:txXfrm>
        <a:off x="0" y="651197"/>
        <a:ext cx="1983879" cy="1190327"/>
      </dsp:txXfrm>
    </dsp:sp>
    <dsp:sp modelId="{1B05C418-C85E-4DB8-B476-77AE5E74DB7E}">
      <dsp:nvSpPr>
        <dsp:cNvPr id="0" name=""/>
        <dsp:cNvSpPr/>
      </dsp:nvSpPr>
      <dsp:spPr>
        <a:xfrm>
          <a:off x="2182266" y="651197"/>
          <a:ext cx="1983879" cy="11903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High-value repeat customers identified</a:t>
          </a:r>
        </a:p>
      </dsp:txBody>
      <dsp:txXfrm>
        <a:off x="2182266" y="651197"/>
        <a:ext cx="1983879" cy="1190327"/>
      </dsp:txXfrm>
    </dsp:sp>
    <dsp:sp modelId="{C5389C5D-1FDB-4AD4-B8B8-2309D1B847C7}">
      <dsp:nvSpPr>
        <dsp:cNvPr id="0" name=""/>
        <dsp:cNvSpPr/>
      </dsp:nvSpPr>
      <dsp:spPr>
        <a:xfrm>
          <a:off x="4364533" y="651197"/>
          <a:ext cx="1983879" cy="11903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Customer order patterns analyzed by city/country</a:t>
          </a:r>
        </a:p>
      </dsp:txBody>
      <dsp:txXfrm>
        <a:off x="4364533" y="651197"/>
        <a:ext cx="1983879" cy="1190327"/>
      </dsp:txXfrm>
    </dsp:sp>
    <dsp:sp modelId="{BFA277D5-C83E-4739-AEEE-E465371F01ED}">
      <dsp:nvSpPr>
        <dsp:cNvPr id="0" name=""/>
        <dsp:cNvSpPr/>
      </dsp:nvSpPr>
      <dsp:spPr>
        <a:xfrm>
          <a:off x="0" y="2039912"/>
          <a:ext cx="1983879" cy="11903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Product category contributions measured</a:t>
          </a:r>
        </a:p>
      </dsp:txBody>
      <dsp:txXfrm>
        <a:off x="0" y="2039912"/>
        <a:ext cx="1983879" cy="1190327"/>
      </dsp:txXfrm>
    </dsp:sp>
    <dsp:sp modelId="{9220A8A4-F264-4EFB-9A41-51F85DD6B91F}">
      <dsp:nvSpPr>
        <dsp:cNvPr id="0" name=""/>
        <dsp:cNvSpPr/>
      </dsp:nvSpPr>
      <dsp:spPr>
        <a:xfrm>
          <a:off x="2182266" y="2039912"/>
          <a:ext cx="1983879" cy="11903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Seasonal demand patterns observed</a:t>
          </a:r>
        </a:p>
      </dsp:txBody>
      <dsp:txXfrm>
        <a:off x="2182266" y="2039912"/>
        <a:ext cx="1983879" cy="1190327"/>
      </dsp:txXfrm>
    </dsp:sp>
    <dsp:sp modelId="{68E8BACC-B7C2-478C-8A1D-42DAA8EE7DB9}">
      <dsp:nvSpPr>
        <dsp:cNvPr id="0" name=""/>
        <dsp:cNvSpPr/>
      </dsp:nvSpPr>
      <dsp:spPr>
        <a:xfrm>
          <a:off x="4364533" y="2039912"/>
          <a:ext cx="1983879" cy="11903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Correlations between location, product category, and orders checked</a:t>
          </a:r>
        </a:p>
      </dsp:txBody>
      <dsp:txXfrm>
        <a:off x="4364533" y="2039912"/>
        <a:ext cx="1983879" cy="11903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EAD17-F287-4981-9F50-C361D57D464C}">
      <dsp:nvSpPr>
        <dsp:cNvPr id="0" name=""/>
        <dsp:cNvSpPr/>
      </dsp:nvSpPr>
      <dsp:spPr>
        <a:xfrm>
          <a:off x="1859" y="907861"/>
          <a:ext cx="1475510" cy="206571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37" tIns="330200" rIns="115037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Total Customers</a:t>
          </a:r>
        </a:p>
      </dsp:txBody>
      <dsp:txXfrm>
        <a:off x="1859" y="1692832"/>
        <a:ext cx="1475510" cy="1239428"/>
      </dsp:txXfrm>
    </dsp:sp>
    <dsp:sp modelId="{00263D2D-6603-4969-A088-24372289686C}">
      <dsp:nvSpPr>
        <dsp:cNvPr id="0" name=""/>
        <dsp:cNvSpPr/>
      </dsp:nvSpPr>
      <dsp:spPr>
        <a:xfrm>
          <a:off x="429757" y="1114432"/>
          <a:ext cx="619714" cy="6197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315" tIns="12700" rIns="4831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</a:t>
          </a:r>
        </a:p>
      </dsp:txBody>
      <dsp:txXfrm>
        <a:off x="520512" y="1205187"/>
        <a:ext cx="438204" cy="438204"/>
      </dsp:txXfrm>
    </dsp:sp>
    <dsp:sp modelId="{8048C34A-408D-42A7-BFCC-BAE612219732}">
      <dsp:nvSpPr>
        <dsp:cNvPr id="0" name=""/>
        <dsp:cNvSpPr/>
      </dsp:nvSpPr>
      <dsp:spPr>
        <a:xfrm>
          <a:off x="1859" y="2973503"/>
          <a:ext cx="1475510" cy="72"/>
        </a:xfrm>
        <a:prstGeom prst="rect">
          <a:avLst/>
        </a:prstGeom>
        <a:solidFill>
          <a:schemeClr val="accent2">
            <a:hueOff val="-423469"/>
            <a:satOff val="2029"/>
            <a:lumOff val="1877"/>
            <a:alphaOff val="0"/>
          </a:schemeClr>
        </a:solidFill>
        <a:ln w="19050" cap="rnd" cmpd="sng" algn="ctr">
          <a:solidFill>
            <a:schemeClr val="accent2">
              <a:hueOff val="-423469"/>
              <a:satOff val="2029"/>
              <a:lumOff val="18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1E59E-0025-4AC9-AE08-9C3029EC4E68}">
      <dsp:nvSpPr>
        <dsp:cNvPr id="0" name=""/>
        <dsp:cNvSpPr/>
      </dsp:nvSpPr>
      <dsp:spPr>
        <a:xfrm>
          <a:off x="1624920" y="907861"/>
          <a:ext cx="1475510" cy="2065714"/>
        </a:xfrm>
        <a:prstGeom prst="rect">
          <a:avLst/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37" tIns="330200" rIns="115037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Total Revenue, Total Orders &amp; Total Quantity</a:t>
          </a:r>
        </a:p>
      </dsp:txBody>
      <dsp:txXfrm>
        <a:off x="1624920" y="1692832"/>
        <a:ext cx="1475510" cy="1239428"/>
      </dsp:txXfrm>
    </dsp:sp>
    <dsp:sp modelId="{802326BE-4D6A-4B62-8A1E-E3C65A0BF6BE}">
      <dsp:nvSpPr>
        <dsp:cNvPr id="0" name=""/>
        <dsp:cNvSpPr/>
      </dsp:nvSpPr>
      <dsp:spPr>
        <a:xfrm>
          <a:off x="2052818" y="1114432"/>
          <a:ext cx="619714" cy="619714"/>
        </a:xfrm>
        <a:prstGeom prst="ellipse">
          <a:avLst/>
        </a:prstGeom>
        <a:solidFill>
          <a:schemeClr val="accent2">
            <a:hueOff val="-846939"/>
            <a:satOff val="4057"/>
            <a:lumOff val="3753"/>
            <a:alphaOff val="0"/>
          </a:schemeClr>
        </a:solidFill>
        <a:ln w="19050" cap="rnd" cmpd="sng" algn="ctr">
          <a:solidFill>
            <a:schemeClr val="accent2">
              <a:hueOff val="-846939"/>
              <a:satOff val="4057"/>
              <a:lumOff val="37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315" tIns="12700" rIns="4831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</a:t>
          </a:r>
        </a:p>
      </dsp:txBody>
      <dsp:txXfrm>
        <a:off x="2143573" y="1205187"/>
        <a:ext cx="438204" cy="438204"/>
      </dsp:txXfrm>
    </dsp:sp>
    <dsp:sp modelId="{6B12AAF5-D0C2-4E98-BEBD-E46DDCCBC8A4}">
      <dsp:nvSpPr>
        <dsp:cNvPr id="0" name=""/>
        <dsp:cNvSpPr/>
      </dsp:nvSpPr>
      <dsp:spPr>
        <a:xfrm>
          <a:off x="1624920" y="2973503"/>
          <a:ext cx="1475510" cy="72"/>
        </a:xfrm>
        <a:prstGeom prst="rect">
          <a:avLst/>
        </a:prstGeom>
        <a:solidFill>
          <a:schemeClr val="accent2">
            <a:hueOff val="-1270408"/>
            <a:satOff val="6086"/>
            <a:lumOff val="5630"/>
            <a:alphaOff val="0"/>
          </a:schemeClr>
        </a:solidFill>
        <a:ln w="19050" cap="rnd" cmpd="sng" algn="ctr">
          <a:solidFill>
            <a:schemeClr val="accent2">
              <a:hueOff val="-1270408"/>
              <a:satOff val="6086"/>
              <a:lumOff val="56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A2AAE-D0A0-4656-AFEC-EDBADC99E629}">
      <dsp:nvSpPr>
        <dsp:cNvPr id="0" name=""/>
        <dsp:cNvSpPr/>
      </dsp:nvSpPr>
      <dsp:spPr>
        <a:xfrm>
          <a:off x="3247982" y="907861"/>
          <a:ext cx="1475510" cy="2065714"/>
        </a:xfrm>
        <a:prstGeom prst="rect">
          <a:avLst/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37" tIns="330200" rIns="115037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</a:t>
          </a:r>
          <a:r>
            <a:rPr lang="en-IN" sz="1300" kern="1200"/>
            <a:t>Total Employee</a:t>
          </a:r>
          <a:endParaRPr lang="en-US" sz="1300" kern="1200"/>
        </a:p>
      </dsp:txBody>
      <dsp:txXfrm>
        <a:off x="3247982" y="1692832"/>
        <a:ext cx="1475510" cy="1239428"/>
      </dsp:txXfrm>
    </dsp:sp>
    <dsp:sp modelId="{05A1EEDA-340D-4C1C-A3F4-3CE2A0375047}">
      <dsp:nvSpPr>
        <dsp:cNvPr id="0" name=""/>
        <dsp:cNvSpPr/>
      </dsp:nvSpPr>
      <dsp:spPr>
        <a:xfrm>
          <a:off x="3675879" y="1114432"/>
          <a:ext cx="619714" cy="619714"/>
        </a:xfrm>
        <a:prstGeom prst="ellipse">
          <a:avLst/>
        </a:prstGeom>
        <a:solidFill>
          <a:schemeClr val="accent2">
            <a:hueOff val="-1693878"/>
            <a:satOff val="8114"/>
            <a:lumOff val="7507"/>
            <a:alphaOff val="0"/>
          </a:schemeClr>
        </a:solidFill>
        <a:ln w="19050" cap="rnd" cmpd="sng" algn="ctr">
          <a:solidFill>
            <a:schemeClr val="accent2">
              <a:hueOff val="-1693878"/>
              <a:satOff val="8114"/>
              <a:lumOff val="75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315" tIns="12700" rIns="4831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</a:t>
          </a:r>
        </a:p>
      </dsp:txBody>
      <dsp:txXfrm>
        <a:off x="3766634" y="1205187"/>
        <a:ext cx="438204" cy="438204"/>
      </dsp:txXfrm>
    </dsp:sp>
    <dsp:sp modelId="{BCC2A3E6-2B68-43AA-A5BD-966F58D23FBF}">
      <dsp:nvSpPr>
        <dsp:cNvPr id="0" name=""/>
        <dsp:cNvSpPr/>
      </dsp:nvSpPr>
      <dsp:spPr>
        <a:xfrm>
          <a:off x="3247982" y="2973503"/>
          <a:ext cx="1475510" cy="72"/>
        </a:xfrm>
        <a:prstGeom prst="rect">
          <a:avLst/>
        </a:prstGeom>
        <a:solidFill>
          <a:schemeClr val="accent2">
            <a:hueOff val="-2117347"/>
            <a:satOff val="10143"/>
            <a:lumOff val="9384"/>
            <a:alphaOff val="0"/>
          </a:schemeClr>
        </a:solidFill>
        <a:ln w="19050" cap="rnd" cmpd="sng" algn="ctr">
          <a:solidFill>
            <a:schemeClr val="accent2">
              <a:hueOff val="-2117347"/>
              <a:satOff val="10143"/>
              <a:lumOff val="93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CCC23-D36F-4037-9104-87175685FA9F}">
      <dsp:nvSpPr>
        <dsp:cNvPr id="0" name=""/>
        <dsp:cNvSpPr/>
      </dsp:nvSpPr>
      <dsp:spPr>
        <a:xfrm>
          <a:off x="4871043" y="907861"/>
          <a:ext cx="1475510" cy="2065714"/>
        </a:xfrm>
        <a:prstGeom prst="rect">
          <a:avLst/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37" tIns="330200" rIns="115037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Total Sales</a:t>
          </a:r>
        </a:p>
      </dsp:txBody>
      <dsp:txXfrm>
        <a:off x="4871043" y="1692832"/>
        <a:ext cx="1475510" cy="1239428"/>
      </dsp:txXfrm>
    </dsp:sp>
    <dsp:sp modelId="{44A6381A-3569-42C0-B2DF-9D05BB3CCEC2}">
      <dsp:nvSpPr>
        <dsp:cNvPr id="0" name=""/>
        <dsp:cNvSpPr/>
      </dsp:nvSpPr>
      <dsp:spPr>
        <a:xfrm>
          <a:off x="5298940" y="1114432"/>
          <a:ext cx="619714" cy="619714"/>
        </a:xfrm>
        <a:prstGeom prst="ellipse">
          <a:avLst/>
        </a:prstGeom>
        <a:solidFill>
          <a:schemeClr val="accent2">
            <a:hueOff val="-2540817"/>
            <a:satOff val="12171"/>
            <a:lumOff val="11260"/>
            <a:alphaOff val="0"/>
          </a:schemeClr>
        </a:solidFill>
        <a:ln w="19050" cap="rnd" cmpd="sng" algn="ctr">
          <a:solidFill>
            <a:schemeClr val="accent2">
              <a:hueOff val="-2540817"/>
              <a:satOff val="12171"/>
              <a:lumOff val="112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315" tIns="12700" rIns="48315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</a:t>
          </a:r>
        </a:p>
      </dsp:txBody>
      <dsp:txXfrm>
        <a:off x="5389695" y="1205187"/>
        <a:ext cx="438204" cy="438204"/>
      </dsp:txXfrm>
    </dsp:sp>
    <dsp:sp modelId="{40D1790E-2305-4534-844B-F9EEE071A739}">
      <dsp:nvSpPr>
        <dsp:cNvPr id="0" name=""/>
        <dsp:cNvSpPr/>
      </dsp:nvSpPr>
      <dsp:spPr>
        <a:xfrm>
          <a:off x="4871043" y="2973503"/>
          <a:ext cx="1475510" cy="72"/>
        </a:xfrm>
        <a:prstGeom prst="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53C02-76CA-4218-A0CD-0BF13C083870}">
      <dsp:nvSpPr>
        <dsp:cNvPr id="0" name=""/>
        <dsp:cNvSpPr/>
      </dsp:nvSpPr>
      <dsp:spPr>
        <a:xfrm>
          <a:off x="0" y="25091"/>
          <a:ext cx="6348413" cy="722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Focus on high-value customers for retention programs</a:t>
          </a:r>
        </a:p>
      </dsp:txBody>
      <dsp:txXfrm>
        <a:off x="35268" y="60359"/>
        <a:ext cx="6277877" cy="651938"/>
      </dsp:txXfrm>
    </dsp:sp>
    <dsp:sp modelId="{EB206CA3-1C3A-4A5F-8427-50C919087774}">
      <dsp:nvSpPr>
        <dsp:cNvPr id="0" name=""/>
        <dsp:cNvSpPr/>
      </dsp:nvSpPr>
      <dsp:spPr>
        <a:xfrm>
          <a:off x="0" y="802286"/>
          <a:ext cx="6348413" cy="722474"/>
        </a:xfrm>
        <a:prstGeom prst="roundRect">
          <a:avLst/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Optimize inventory for low-stock, high-demand items</a:t>
          </a:r>
        </a:p>
      </dsp:txBody>
      <dsp:txXfrm>
        <a:off x="35268" y="837554"/>
        <a:ext cx="6277877" cy="651938"/>
      </dsp:txXfrm>
    </dsp:sp>
    <dsp:sp modelId="{F3EAAAA1-63AF-435C-BB08-605F8382A306}">
      <dsp:nvSpPr>
        <dsp:cNvPr id="0" name=""/>
        <dsp:cNvSpPr/>
      </dsp:nvSpPr>
      <dsp:spPr>
        <a:xfrm>
          <a:off x="0" y="1579481"/>
          <a:ext cx="6348413" cy="722474"/>
        </a:xfrm>
        <a:prstGeom prst="roundRect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Expand in regions with high supplier &amp; customer activity</a:t>
          </a:r>
        </a:p>
      </dsp:txBody>
      <dsp:txXfrm>
        <a:off x="35268" y="1614749"/>
        <a:ext cx="6277877" cy="651938"/>
      </dsp:txXfrm>
    </dsp:sp>
    <dsp:sp modelId="{1CE1C71C-3608-4C15-A056-7D822852EFB8}">
      <dsp:nvSpPr>
        <dsp:cNvPr id="0" name=""/>
        <dsp:cNvSpPr/>
      </dsp:nvSpPr>
      <dsp:spPr>
        <a:xfrm>
          <a:off x="0" y="2356676"/>
          <a:ext cx="6348413" cy="722474"/>
        </a:xfrm>
        <a:prstGeom prst="roundRect">
          <a:avLst/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Improve employee training in high-demand regions</a:t>
          </a:r>
        </a:p>
      </dsp:txBody>
      <dsp:txXfrm>
        <a:off x="35268" y="2391944"/>
        <a:ext cx="6277877" cy="651938"/>
      </dsp:txXfrm>
    </dsp:sp>
    <dsp:sp modelId="{F90157EE-5B7D-4C7D-863E-AA13B67F3081}">
      <dsp:nvSpPr>
        <dsp:cNvPr id="0" name=""/>
        <dsp:cNvSpPr/>
      </dsp:nvSpPr>
      <dsp:spPr>
        <a:xfrm>
          <a:off x="0" y="3133871"/>
          <a:ext cx="6348413" cy="722474"/>
        </a:xfrm>
        <a:prstGeom prst="round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Seasonal demand planning to boost sales &amp; reduce stockouts</a:t>
          </a:r>
        </a:p>
      </dsp:txBody>
      <dsp:txXfrm>
        <a:off x="35268" y="3169139"/>
        <a:ext cx="6277877" cy="6519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34FD8-5893-4665-8F4E-429CD0EB65F1}">
      <dsp:nvSpPr>
        <dsp:cNvPr id="0" name=""/>
        <dsp:cNvSpPr/>
      </dsp:nvSpPr>
      <dsp:spPr>
        <a:xfrm>
          <a:off x="774" y="933531"/>
          <a:ext cx="2720084" cy="1727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31307-792E-4A45-9A7F-0C28039329E8}">
      <dsp:nvSpPr>
        <dsp:cNvPr id="0" name=""/>
        <dsp:cNvSpPr/>
      </dsp:nvSpPr>
      <dsp:spPr>
        <a:xfrm>
          <a:off x="303006" y="1220651"/>
          <a:ext cx="2720084" cy="17272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analysis provides valuable insights into customer behavior, product performance, employee distribution, and supplier trends.</a:t>
          </a:r>
        </a:p>
      </dsp:txBody>
      <dsp:txXfrm>
        <a:off x="353596" y="1271241"/>
        <a:ext cx="2618904" cy="1626073"/>
      </dsp:txXfrm>
    </dsp:sp>
    <dsp:sp modelId="{288AAAE3-EB6E-48C1-9CCA-6AACCB7061D2}">
      <dsp:nvSpPr>
        <dsp:cNvPr id="0" name=""/>
        <dsp:cNvSpPr/>
      </dsp:nvSpPr>
      <dsp:spPr>
        <a:xfrm>
          <a:off x="3325322" y="933531"/>
          <a:ext cx="2720084" cy="1727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685F8-BB49-4328-9D34-B28F61753902}">
      <dsp:nvSpPr>
        <dsp:cNvPr id="0" name=""/>
        <dsp:cNvSpPr/>
      </dsp:nvSpPr>
      <dsp:spPr>
        <a:xfrm>
          <a:off x="3627553" y="1220651"/>
          <a:ext cx="2720084" cy="17272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Dashboards and KPIs support strategic decision-making for growth and efficiency.</a:t>
          </a:r>
        </a:p>
      </dsp:txBody>
      <dsp:txXfrm>
        <a:off x="3678143" y="1271241"/>
        <a:ext cx="2618904" cy="1626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7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0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0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9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56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9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5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9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4069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56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3073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4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22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4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5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831DE24-2E08-F16B-0E7C-707B0AFD37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2" r="15054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650" y="1678666"/>
            <a:ext cx="3066142" cy="23690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Exploratory Data Analysis &amp; Dashboard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1" y="4050831"/>
            <a:ext cx="3059791" cy="1096901"/>
          </a:xfrm>
        </p:spPr>
        <p:txBody>
          <a:bodyPr>
            <a:normAutofit/>
          </a:bodyPr>
          <a:lstStyle/>
          <a:p>
            <a:r>
              <a:rPr lang="en-IN" sz="1400"/>
              <a:t>By JEEVA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r>
              <a:t>1. Project Overview</a:t>
            </a:r>
          </a:p>
          <a:p>
            <a:r>
              <a:t>2. EDA Findings</a:t>
            </a:r>
          </a:p>
          <a:p>
            <a:r>
              <a:t>3. Dashboards &amp; Insights</a:t>
            </a:r>
          </a:p>
          <a:p>
            <a:r>
              <a:t>4. Key KPIs</a:t>
            </a:r>
          </a:p>
          <a:p>
            <a:r>
              <a:t>5. Recommendations</a:t>
            </a:r>
          </a:p>
        </p:txBody>
      </p:sp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AB1B84FF-29A3-63A0-500E-34FD91B850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33" r="34080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5C3709-31F1-C3B6-3774-EA903EEC5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972557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EDA Findings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4D1531-0764-5222-5C6C-EB74CE2A6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883726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238B8-79FE-FFC9-34B6-AEFFB369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1F19-F809-E9DD-5E18-6FD92BCB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0C3A2-179D-D40F-397F-051B5E2D0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2411854" cy="39574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F11AD1-C763-8FEB-EAFC-8FD3B4F5A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24"/>
          <a:stretch>
            <a:fillRect/>
          </a:stretch>
        </p:blipFill>
        <p:spPr>
          <a:xfrm>
            <a:off x="0" y="0"/>
            <a:ext cx="8436864" cy="53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8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b="1" dirty="0"/>
              <a:t>Dashboards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r>
              <a:rPr dirty="0"/>
              <a:t>- Customer Dashboard: Orders, spending, repeat customers</a:t>
            </a:r>
          </a:p>
          <a:p>
            <a:r>
              <a:rPr dirty="0"/>
              <a:t>- </a:t>
            </a:r>
            <a:r>
              <a:rPr lang="en-US" dirty="0"/>
              <a:t>Order</a:t>
            </a:r>
            <a:r>
              <a:rPr dirty="0"/>
              <a:t> Dashboard: </a:t>
            </a:r>
            <a:r>
              <a:rPr lang="en-US" dirty="0"/>
              <a:t>Total Order, Total Revenue</a:t>
            </a:r>
            <a:endParaRPr dirty="0"/>
          </a:p>
          <a:p>
            <a:r>
              <a:rPr dirty="0"/>
              <a:t>- Employee Dashboard: Geographic &amp; title-wise distribution</a:t>
            </a:r>
            <a:endParaRPr lang="en-US" dirty="0"/>
          </a:p>
          <a:p>
            <a:r>
              <a:rPr lang="en-IN" dirty="0"/>
              <a:t>- Sales Dashboard: Sales Volume, Sales by Category &amp; Product</a:t>
            </a:r>
            <a:endParaRPr dirty="0"/>
          </a:p>
          <a:p>
            <a:r>
              <a:rPr dirty="0"/>
              <a:t>- Supplier Dashboard: Regional presence, pricing &amp; categories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3DF36D07-0A38-0D1A-6C15-30527F03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39" r="37048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68616-A99D-D2E5-8F6D-5E08D387A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7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2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FB82BB-8ABB-2022-3092-587815A9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257"/>
            <a:ext cx="9144000" cy="638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8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47BCB-029C-1EF8-208E-EB8311F43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3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5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A0A91-E7F8-740C-6E59-DA2CE439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6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5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8C8D1-1D37-E444-663C-B41643CA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4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1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Key KPIs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73B518-F71D-21CF-F851-7723665F9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229090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407D3A-FF9E-ECEB-47C6-C510822C0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799471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06BC61-B302-7DAB-537A-C73E97779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728489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6225920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B25FD-73A6-E830-F850-D30AC5A01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32" y="1457435"/>
            <a:ext cx="5252672" cy="393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18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258</Words>
  <Application>Microsoft Office PowerPoint</Application>
  <PresentationFormat>On-screen Show (4:3)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Exploratory Data Analysis &amp; Dashboard Report</vt:lpstr>
      <vt:lpstr>Agenda</vt:lpstr>
      <vt:lpstr>Project Overview</vt:lpstr>
      <vt:lpstr>EDA Findings</vt:lpstr>
      <vt:lpstr>PowerPoint Presentation</vt:lpstr>
      <vt:lpstr>Dashboards &amp;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KPIs</vt:lpstr>
      <vt:lpstr>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JEEVA A</cp:lastModifiedBy>
  <cp:revision>11</cp:revision>
  <dcterms:created xsi:type="dcterms:W3CDTF">2013-01-27T09:14:16Z</dcterms:created>
  <dcterms:modified xsi:type="dcterms:W3CDTF">2025-10-13T04:23:36Z</dcterms:modified>
  <cp:category/>
</cp:coreProperties>
</file>